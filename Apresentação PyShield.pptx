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10"/>
  </p:notesMasterIdLst>
  <p:sldIdLst>
    <p:sldId id="256" r:id="rId4"/>
    <p:sldId id="273" r:id="rId5"/>
    <p:sldId id="271" r:id="rId6"/>
    <p:sldId id="277" r:id="rId7"/>
    <p:sldId id="261" r:id="rId8"/>
    <p:sldId id="262" r:id="rId9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F2BF27"/>
    <a:srgbClr val="FFCE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62"/>
      </p:cViewPr>
      <p:guideLst>
        <p:guide orient="horz" pos="193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5DA3F-ED3A-4897-B8F3-C49A97F730D1}" type="datetimeFigureOut">
              <a:rPr lang="ko-KR" altLang="en-US" smtClean="0"/>
              <a:t>2018-12-09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9ED4F-90B4-4BD8-A817-6A0A9D03637F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800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9ED4F-90B4-4BD8-A817-6A0A9D03637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476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1347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921D975-47B7-40FA-B919-8B79C77FC0F2}"/>
              </a:ext>
            </a:extLst>
          </p:cNvPr>
          <p:cNvGrpSpPr/>
          <p:nvPr userDrawn="1"/>
        </p:nvGrpSpPr>
        <p:grpSpPr>
          <a:xfrm>
            <a:off x="4572000" y="387072"/>
            <a:ext cx="4569687" cy="4756528"/>
            <a:chOff x="4572000" y="387072"/>
            <a:chExt cx="4569687" cy="4756528"/>
          </a:xfrm>
        </p:grpSpPr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3D941B2F-ACDE-44DC-AD51-21CFD90B9D89}"/>
                </a:ext>
              </a:extLst>
            </p:cNvPr>
            <p:cNvSpPr/>
            <p:nvPr userDrawn="1"/>
          </p:nvSpPr>
          <p:spPr>
            <a:xfrm>
              <a:off x="4572000" y="1408870"/>
              <a:ext cx="4569687" cy="3734730"/>
            </a:xfrm>
            <a:custGeom>
              <a:avLst/>
              <a:gdLst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63923 w 4569687"/>
                <a:gd name="connsiteY30" fmla="*/ 3304336 h 3734631"/>
                <a:gd name="connsiteX31" fmla="*/ 1334207 w 4569687"/>
                <a:gd name="connsiteY31" fmla="*/ 3340352 h 3734631"/>
                <a:gd name="connsiteX32" fmla="*/ 1046262 w 4569687"/>
                <a:gd name="connsiteY32" fmla="*/ 3459623 h 3734631"/>
                <a:gd name="connsiteX33" fmla="*/ 647319 w 4569687"/>
                <a:gd name="connsiteY33" fmla="*/ 3134475 h 3734631"/>
                <a:gd name="connsiteX34" fmla="*/ 642925 w 4569687"/>
                <a:gd name="connsiteY34" fmla="*/ 3090891 h 3734631"/>
                <a:gd name="connsiteX35" fmla="*/ 634894 w 4569687"/>
                <a:gd name="connsiteY35" fmla="*/ 3098188 h 3734631"/>
                <a:gd name="connsiteX36" fmla="*/ 407216 w 4569687"/>
                <a:gd name="connsiteY36" fmla="*/ 3167734 h 3734631"/>
                <a:gd name="connsiteX37" fmla="*/ 0 w 4569687"/>
                <a:gd name="connsiteY37" fmla="*/ 2760518 h 3734631"/>
                <a:gd name="connsiteX38" fmla="*/ 407216 w 4569687"/>
                <a:gd name="connsiteY38" fmla="*/ 2353302 h 3734631"/>
                <a:gd name="connsiteX39" fmla="*/ 489284 w 4569687"/>
                <a:gd name="connsiteY39" fmla="*/ 2361575 h 3734631"/>
                <a:gd name="connsiteX40" fmla="*/ 508084 w 4569687"/>
                <a:gd name="connsiteY40" fmla="*/ 2367411 h 3734631"/>
                <a:gd name="connsiteX41" fmla="*/ 503849 w 4569687"/>
                <a:gd name="connsiteY41" fmla="*/ 2325400 h 3734631"/>
                <a:gd name="connsiteX42" fmla="*/ 1121688 w 4569687"/>
                <a:gd name="connsiteY42" fmla="*/ 1707561 h 3734631"/>
                <a:gd name="connsiteX43" fmla="*/ 1246204 w 4569687"/>
                <a:gd name="connsiteY43" fmla="*/ 1720113 h 3734631"/>
                <a:gd name="connsiteX44" fmla="*/ 1284356 w 4569687"/>
                <a:gd name="connsiteY44" fmla="*/ 1731957 h 3734631"/>
                <a:gd name="connsiteX45" fmla="*/ 1305976 w 4569687"/>
                <a:gd name="connsiteY45" fmla="*/ 1705754 h 3734631"/>
                <a:gd name="connsiteX46" fmla="*/ 1742854 w 4569687"/>
                <a:gd name="connsiteY46" fmla="*/ 1524793 h 3734631"/>
                <a:gd name="connsiteX47" fmla="*/ 1760288 w 4569687"/>
                <a:gd name="connsiteY47" fmla="*/ 1526551 h 3734631"/>
                <a:gd name="connsiteX48" fmla="*/ 1748032 w 4569687"/>
                <a:gd name="connsiteY48" fmla="*/ 1487068 h 3734631"/>
                <a:gd name="connsiteX49" fmla="*/ 1742854 w 4569687"/>
                <a:gd name="connsiteY49" fmla="*/ 1435701 h 3734631"/>
                <a:gd name="connsiteX50" fmla="*/ 1946367 w 4569687"/>
                <a:gd name="connsiteY50" fmla="*/ 1185999 h 3734631"/>
                <a:gd name="connsiteX51" fmla="*/ 1956892 w 4569687"/>
                <a:gd name="connsiteY51" fmla="*/ 1184938 h 3734631"/>
                <a:gd name="connsiteX52" fmla="*/ 1963928 w 4569687"/>
                <a:gd name="connsiteY52" fmla="*/ 1115143 h 3734631"/>
                <a:gd name="connsiteX53" fmla="*/ 2450363 w 4569687"/>
                <a:gd name="connsiteY53" fmla="*/ 718687 h 3734631"/>
                <a:gd name="connsiteX54" fmla="*/ 2520904 w 4569687"/>
                <a:gd name="connsiteY54" fmla="*/ 725798 h 3734631"/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34207 w 4569687"/>
                <a:gd name="connsiteY30" fmla="*/ 3340352 h 3734631"/>
                <a:gd name="connsiteX31" fmla="*/ 1046262 w 4569687"/>
                <a:gd name="connsiteY31" fmla="*/ 3459623 h 3734631"/>
                <a:gd name="connsiteX32" fmla="*/ 647319 w 4569687"/>
                <a:gd name="connsiteY32" fmla="*/ 3134475 h 3734631"/>
                <a:gd name="connsiteX33" fmla="*/ 642925 w 4569687"/>
                <a:gd name="connsiteY33" fmla="*/ 3090891 h 3734631"/>
                <a:gd name="connsiteX34" fmla="*/ 634894 w 4569687"/>
                <a:gd name="connsiteY34" fmla="*/ 3098188 h 3734631"/>
                <a:gd name="connsiteX35" fmla="*/ 407216 w 4569687"/>
                <a:gd name="connsiteY35" fmla="*/ 3167734 h 3734631"/>
                <a:gd name="connsiteX36" fmla="*/ 0 w 4569687"/>
                <a:gd name="connsiteY36" fmla="*/ 2760518 h 3734631"/>
                <a:gd name="connsiteX37" fmla="*/ 407216 w 4569687"/>
                <a:gd name="connsiteY37" fmla="*/ 2353302 h 3734631"/>
                <a:gd name="connsiteX38" fmla="*/ 489284 w 4569687"/>
                <a:gd name="connsiteY38" fmla="*/ 2361575 h 3734631"/>
                <a:gd name="connsiteX39" fmla="*/ 508084 w 4569687"/>
                <a:gd name="connsiteY39" fmla="*/ 2367411 h 3734631"/>
                <a:gd name="connsiteX40" fmla="*/ 503849 w 4569687"/>
                <a:gd name="connsiteY40" fmla="*/ 2325400 h 3734631"/>
                <a:gd name="connsiteX41" fmla="*/ 1121688 w 4569687"/>
                <a:gd name="connsiteY41" fmla="*/ 1707561 h 3734631"/>
                <a:gd name="connsiteX42" fmla="*/ 1246204 w 4569687"/>
                <a:gd name="connsiteY42" fmla="*/ 1720113 h 3734631"/>
                <a:gd name="connsiteX43" fmla="*/ 1284356 w 4569687"/>
                <a:gd name="connsiteY43" fmla="*/ 1731957 h 3734631"/>
                <a:gd name="connsiteX44" fmla="*/ 1305976 w 4569687"/>
                <a:gd name="connsiteY44" fmla="*/ 1705754 h 3734631"/>
                <a:gd name="connsiteX45" fmla="*/ 1742854 w 4569687"/>
                <a:gd name="connsiteY45" fmla="*/ 1524793 h 3734631"/>
                <a:gd name="connsiteX46" fmla="*/ 1760288 w 4569687"/>
                <a:gd name="connsiteY46" fmla="*/ 1526551 h 3734631"/>
                <a:gd name="connsiteX47" fmla="*/ 1748032 w 4569687"/>
                <a:gd name="connsiteY47" fmla="*/ 1487068 h 3734631"/>
                <a:gd name="connsiteX48" fmla="*/ 1742854 w 4569687"/>
                <a:gd name="connsiteY48" fmla="*/ 1435701 h 3734631"/>
                <a:gd name="connsiteX49" fmla="*/ 1946367 w 4569687"/>
                <a:gd name="connsiteY49" fmla="*/ 1185999 h 3734631"/>
                <a:gd name="connsiteX50" fmla="*/ 1956892 w 4569687"/>
                <a:gd name="connsiteY50" fmla="*/ 1184938 h 3734631"/>
                <a:gd name="connsiteX51" fmla="*/ 1963928 w 4569687"/>
                <a:gd name="connsiteY51" fmla="*/ 1115143 h 3734631"/>
                <a:gd name="connsiteX52" fmla="*/ 2450363 w 4569687"/>
                <a:gd name="connsiteY52" fmla="*/ 718687 h 3734631"/>
                <a:gd name="connsiteX53" fmla="*/ 2520904 w 4569687"/>
                <a:gd name="connsiteY53" fmla="*/ 725798 h 3734631"/>
                <a:gd name="connsiteX54" fmla="*/ 2611712 w 4569687"/>
                <a:gd name="connsiteY54" fmla="*/ 0 h 3734631"/>
                <a:gd name="connsiteX0" fmla="*/ 2611712 w 4569687"/>
                <a:gd name="connsiteY0" fmla="*/ 0 h 3743131"/>
                <a:gd name="connsiteX1" fmla="*/ 2927539 w 4569687"/>
                <a:gd name="connsiteY1" fmla="*/ 0 h 3743131"/>
                <a:gd name="connsiteX2" fmla="*/ 3010471 w 4569687"/>
                <a:gd name="connsiteY2" fmla="*/ 662843 h 3743131"/>
                <a:gd name="connsiteX3" fmla="*/ 3062414 w 4569687"/>
                <a:gd name="connsiteY3" fmla="*/ 672782 h 3743131"/>
                <a:gd name="connsiteX4" fmla="*/ 3375104 w 4569687"/>
                <a:gd name="connsiteY4" fmla="*/ 893768 h 3743131"/>
                <a:gd name="connsiteX5" fmla="*/ 3401966 w 4569687"/>
                <a:gd name="connsiteY5" fmla="*/ 943258 h 3743131"/>
                <a:gd name="connsiteX6" fmla="*/ 3444529 w 4569687"/>
                <a:gd name="connsiteY6" fmla="*/ 938967 h 3743131"/>
                <a:gd name="connsiteX7" fmla="*/ 3941882 w 4569687"/>
                <a:gd name="connsiteY7" fmla="*/ 1268635 h 3743131"/>
                <a:gd name="connsiteX8" fmla="*/ 3950232 w 4569687"/>
                <a:gd name="connsiteY8" fmla="*/ 1295533 h 3743131"/>
                <a:gd name="connsiteX9" fmla="*/ 3968452 w 4569687"/>
                <a:gd name="connsiteY9" fmla="*/ 1289878 h 3743131"/>
                <a:gd name="connsiteX10" fmla="*/ 4041773 w 4569687"/>
                <a:gd name="connsiteY10" fmla="*/ 1282486 h 3743131"/>
                <a:gd name="connsiteX11" fmla="*/ 4398197 w 4569687"/>
                <a:gd name="connsiteY11" fmla="*/ 1572980 h 3743131"/>
                <a:gd name="connsiteX12" fmla="*/ 4401113 w 4569687"/>
                <a:gd name="connsiteY12" fmla="*/ 1601912 h 3743131"/>
                <a:gd name="connsiteX13" fmla="*/ 4509768 w 4569687"/>
                <a:gd name="connsiteY13" fmla="*/ 1612865 h 3743131"/>
                <a:gd name="connsiteX14" fmla="*/ 4569687 w 4569687"/>
                <a:gd name="connsiteY14" fmla="*/ 1630661 h 3743131"/>
                <a:gd name="connsiteX15" fmla="*/ 4569687 w 4569687"/>
                <a:gd name="connsiteY15" fmla="*/ 3685776 h 3743131"/>
                <a:gd name="connsiteX16" fmla="*/ 4479175 w 4569687"/>
                <a:gd name="connsiteY16" fmla="*/ 3694900 h 3743131"/>
                <a:gd name="connsiteX17" fmla="*/ 4083674 w 4569687"/>
                <a:gd name="connsiteY17" fmla="*/ 3574092 h 3743131"/>
                <a:gd name="connsiteX18" fmla="*/ 4051094 w 4569687"/>
                <a:gd name="connsiteY18" fmla="*/ 3547210 h 3743131"/>
                <a:gd name="connsiteX19" fmla="*/ 4009782 w 4569687"/>
                <a:gd name="connsiteY19" fmla="*/ 3581295 h 3743131"/>
                <a:gd name="connsiteX20" fmla="*/ 3782104 w 4569687"/>
                <a:gd name="connsiteY20" fmla="*/ 3650841 h 3743131"/>
                <a:gd name="connsiteX21" fmla="*/ 3494159 w 4569687"/>
                <a:gd name="connsiteY21" fmla="*/ 3531570 h 3743131"/>
                <a:gd name="connsiteX22" fmla="*/ 3452428 w 4569687"/>
                <a:gd name="connsiteY22" fmla="*/ 3480992 h 3743131"/>
                <a:gd name="connsiteX23" fmla="*/ 3441126 w 4569687"/>
                <a:gd name="connsiteY23" fmla="*/ 3501813 h 3743131"/>
                <a:gd name="connsiteX24" fmla="*/ 3103456 w 4569687"/>
                <a:gd name="connsiteY24" fmla="*/ 3681351 h 3743131"/>
                <a:gd name="connsiteX25" fmla="*/ 2815511 w 4569687"/>
                <a:gd name="connsiteY25" fmla="*/ 3562080 h 3743131"/>
                <a:gd name="connsiteX26" fmla="*/ 2772231 w 4569687"/>
                <a:gd name="connsiteY26" fmla="*/ 3509625 h 3743131"/>
                <a:gd name="connsiteX27" fmla="*/ 2697608 w 4569687"/>
                <a:gd name="connsiteY27" fmla="*/ 3571194 h 3743131"/>
                <a:gd name="connsiteX28" fmla="*/ 2162552 w 4569687"/>
                <a:gd name="connsiteY28" fmla="*/ 3734631 h 3743131"/>
                <a:gd name="connsiteX29" fmla="*/ 1334207 w 4569687"/>
                <a:gd name="connsiteY29" fmla="*/ 3340352 h 3743131"/>
                <a:gd name="connsiteX30" fmla="*/ 1046262 w 4569687"/>
                <a:gd name="connsiteY30" fmla="*/ 3459623 h 3743131"/>
                <a:gd name="connsiteX31" fmla="*/ 647319 w 4569687"/>
                <a:gd name="connsiteY31" fmla="*/ 3134475 h 3743131"/>
                <a:gd name="connsiteX32" fmla="*/ 642925 w 4569687"/>
                <a:gd name="connsiteY32" fmla="*/ 3090891 h 3743131"/>
                <a:gd name="connsiteX33" fmla="*/ 634894 w 4569687"/>
                <a:gd name="connsiteY33" fmla="*/ 3098188 h 3743131"/>
                <a:gd name="connsiteX34" fmla="*/ 407216 w 4569687"/>
                <a:gd name="connsiteY34" fmla="*/ 3167734 h 3743131"/>
                <a:gd name="connsiteX35" fmla="*/ 0 w 4569687"/>
                <a:gd name="connsiteY35" fmla="*/ 2760518 h 3743131"/>
                <a:gd name="connsiteX36" fmla="*/ 407216 w 4569687"/>
                <a:gd name="connsiteY36" fmla="*/ 2353302 h 3743131"/>
                <a:gd name="connsiteX37" fmla="*/ 489284 w 4569687"/>
                <a:gd name="connsiteY37" fmla="*/ 2361575 h 3743131"/>
                <a:gd name="connsiteX38" fmla="*/ 508084 w 4569687"/>
                <a:gd name="connsiteY38" fmla="*/ 2367411 h 3743131"/>
                <a:gd name="connsiteX39" fmla="*/ 503849 w 4569687"/>
                <a:gd name="connsiteY39" fmla="*/ 2325400 h 3743131"/>
                <a:gd name="connsiteX40" fmla="*/ 1121688 w 4569687"/>
                <a:gd name="connsiteY40" fmla="*/ 1707561 h 3743131"/>
                <a:gd name="connsiteX41" fmla="*/ 1246204 w 4569687"/>
                <a:gd name="connsiteY41" fmla="*/ 1720113 h 3743131"/>
                <a:gd name="connsiteX42" fmla="*/ 1284356 w 4569687"/>
                <a:gd name="connsiteY42" fmla="*/ 1731957 h 3743131"/>
                <a:gd name="connsiteX43" fmla="*/ 1305976 w 4569687"/>
                <a:gd name="connsiteY43" fmla="*/ 1705754 h 3743131"/>
                <a:gd name="connsiteX44" fmla="*/ 1742854 w 4569687"/>
                <a:gd name="connsiteY44" fmla="*/ 1524793 h 3743131"/>
                <a:gd name="connsiteX45" fmla="*/ 1760288 w 4569687"/>
                <a:gd name="connsiteY45" fmla="*/ 1526551 h 3743131"/>
                <a:gd name="connsiteX46" fmla="*/ 1748032 w 4569687"/>
                <a:gd name="connsiteY46" fmla="*/ 1487068 h 3743131"/>
                <a:gd name="connsiteX47" fmla="*/ 1742854 w 4569687"/>
                <a:gd name="connsiteY47" fmla="*/ 1435701 h 3743131"/>
                <a:gd name="connsiteX48" fmla="*/ 1946367 w 4569687"/>
                <a:gd name="connsiteY48" fmla="*/ 1185999 h 3743131"/>
                <a:gd name="connsiteX49" fmla="*/ 1956892 w 4569687"/>
                <a:gd name="connsiteY49" fmla="*/ 1184938 h 3743131"/>
                <a:gd name="connsiteX50" fmla="*/ 1963928 w 4569687"/>
                <a:gd name="connsiteY50" fmla="*/ 1115143 h 3743131"/>
                <a:gd name="connsiteX51" fmla="*/ 2450363 w 4569687"/>
                <a:gd name="connsiteY51" fmla="*/ 718687 h 3743131"/>
                <a:gd name="connsiteX52" fmla="*/ 2520904 w 4569687"/>
                <a:gd name="connsiteY52" fmla="*/ 725798 h 3743131"/>
                <a:gd name="connsiteX53" fmla="*/ 2611712 w 4569687"/>
                <a:gd name="connsiteY53" fmla="*/ 0 h 3743131"/>
                <a:gd name="connsiteX0" fmla="*/ 2611712 w 4569687"/>
                <a:gd name="connsiteY0" fmla="*/ 0 h 3741630"/>
                <a:gd name="connsiteX1" fmla="*/ 2927539 w 4569687"/>
                <a:gd name="connsiteY1" fmla="*/ 0 h 3741630"/>
                <a:gd name="connsiteX2" fmla="*/ 3010471 w 4569687"/>
                <a:gd name="connsiteY2" fmla="*/ 662843 h 3741630"/>
                <a:gd name="connsiteX3" fmla="*/ 3062414 w 4569687"/>
                <a:gd name="connsiteY3" fmla="*/ 672782 h 3741630"/>
                <a:gd name="connsiteX4" fmla="*/ 3375104 w 4569687"/>
                <a:gd name="connsiteY4" fmla="*/ 893768 h 3741630"/>
                <a:gd name="connsiteX5" fmla="*/ 3401966 w 4569687"/>
                <a:gd name="connsiteY5" fmla="*/ 943258 h 3741630"/>
                <a:gd name="connsiteX6" fmla="*/ 3444529 w 4569687"/>
                <a:gd name="connsiteY6" fmla="*/ 938967 h 3741630"/>
                <a:gd name="connsiteX7" fmla="*/ 3941882 w 4569687"/>
                <a:gd name="connsiteY7" fmla="*/ 1268635 h 3741630"/>
                <a:gd name="connsiteX8" fmla="*/ 3950232 w 4569687"/>
                <a:gd name="connsiteY8" fmla="*/ 1295533 h 3741630"/>
                <a:gd name="connsiteX9" fmla="*/ 3968452 w 4569687"/>
                <a:gd name="connsiteY9" fmla="*/ 1289878 h 3741630"/>
                <a:gd name="connsiteX10" fmla="*/ 4041773 w 4569687"/>
                <a:gd name="connsiteY10" fmla="*/ 1282486 h 3741630"/>
                <a:gd name="connsiteX11" fmla="*/ 4398197 w 4569687"/>
                <a:gd name="connsiteY11" fmla="*/ 1572980 h 3741630"/>
                <a:gd name="connsiteX12" fmla="*/ 4401113 w 4569687"/>
                <a:gd name="connsiteY12" fmla="*/ 1601912 h 3741630"/>
                <a:gd name="connsiteX13" fmla="*/ 4509768 w 4569687"/>
                <a:gd name="connsiteY13" fmla="*/ 1612865 h 3741630"/>
                <a:gd name="connsiteX14" fmla="*/ 4569687 w 4569687"/>
                <a:gd name="connsiteY14" fmla="*/ 1630661 h 3741630"/>
                <a:gd name="connsiteX15" fmla="*/ 4569687 w 4569687"/>
                <a:gd name="connsiteY15" fmla="*/ 3685776 h 3741630"/>
                <a:gd name="connsiteX16" fmla="*/ 4479175 w 4569687"/>
                <a:gd name="connsiteY16" fmla="*/ 3694900 h 3741630"/>
                <a:gd name="connsiteX17" fmla="*/ 4083674 w 4569687"/>
                <a:gd name="connsiteY17" fmla="*/ 3574092 h 3741630"/>
                <a:gd name="connsiteX18" fmla="*/ 4051094 w 4569687"/>
                <a:gd name="connsiteY18" fmla="*/ 3547210 h 3741630"/>
                <a:gd name="connsiteX19" fmla="*/ 4009782 w 4569687"/>
                <a:gd name="connsiteY19" fmla="*/ 3581295 h 3741630"/>
                <a:gd name="connsiteX20" fmla="*/ 3782104 w 4569687"/>
                <a:gd name="connsiteY20" fmla="*/ 3650841 h 3741630"/>
                <a:gd name="connsiteX21" fmla="*/ 3494159 w 4569687"/>
                <a:gd name="connsiteY21" fmla="*/ 3531570 h 3741630"/>
                <a:gd name="connsiteX22" fmla="*/ 3452428 w 4569687"/>
                <a:gd name="connsiteY22" fmla="*/ 3480992 h 3741630"/>
                <a:gd name="connsiteX23" fmla="*/ 3441126 w 4569687"/>
                <a:gd name="connsiteY23" fmla="*/ 3501813 h 3741630"/>
                <a:gd name="connsiteX24" fmla="*/ 3103456 w 4569687"/>
                <a:gd name="connsiteY24" fmla="*/ 3681351 h 3741630"/>
                <a:gd name="connsiteX25" fmla="*/ 2815511 w 4569687"/>
                <a:gd name="connsiteY25" fmla="*/ 3562080 h 3741630"/>
                <a:gd name="connsiteX26" fmla="*/ 2772231 w 4569687"/>
                <a:gd name="connsiteY26" fmla="*/ 3509625 h 3741630"/>
                <a:gd name="connsiteX27" fmla="*/ 2697608 w 4569687"/>
                <a:gd name="connsiteY27" fmla="*/ 3571194 h 3741630"/>
                <a:gd name="connsiteX28" fmla="*/ 2162552 w 4569687"/>
                <a:gd name="connsiteY28" fmla="*/ 3734631 h 3741630"/>
                <a:gd name="connsiteX29" fmla="*/ 1390478 w 4569687"/>
                <a:gd name="connsiteY29" fmla="*/ 3368488 h 3741630"/>
                <a:gd name="connsiteX30" fmla="*/ 1046262 w 4569687"/>
                <a:gd name="connsiteY30" fmla="*/ 3459623 h 3741630"/>
                <a:gd name="connsiteX31" fmla="*/ 647319 w 4569687"/>
                <a:gd name="connsiteY31" fmla="*/ 3134475 h 3741630"/>
                <a:gd name="connsiteX32" fmla="*/ 642925 w 4569687"/>
                <a:gd name="connsiteY32" fmla="*/ 3090891 h 3741630"/>
                <a:gd name="connsiteX33" fmla="*/ 634894 w 4569687"/>
                <a:gd name="connsiteY33" fmla="*/ 3098188 h 3741630"/>
                <a:gd name="connsiteX34" fmla="*/ 407216 w 4569687"/>
                <a:gd name="connsiteY34" fmla="*/ 3167734 h 3741630"/>
                <a:gd name="connsiteX35" fmla="*/ 0 w 4569687"/>
                <a:gd name="connsiteY35" fmla="*/ 2760518 h 3741630"/>
                <a:gd name="connsiteX36" fmla="*/ 407216 w 4569687"/>
                <a:gd name="connsiteY36" fmla="*/ 2353302 h 3741630"/>
                <a:gd name="connsiteX37" fmla="*/ 489284 w 4569687"/>
                <a:gd name="connsiteY37" fmla="*/ 2361575 h 3741630"/>
                <a:gd name="connsiteX38" fmla="*/ 508084 w 4569687"/>
                <a:gd name="connsiteY38" fmla="*/ 2367411 h 3741630"/>
                <a:gd name="connsiteX39" fmla="*/ 503849 w 4569687"/>
                <a:gd name="connsiteY39" fmla="*/ 2325400 h 3741630"/>
                <a:gd name="connsiteX40" fmla="*/ 1121688 w 4569687"/>
                <a:gd name="connsiteY40" fmla="*/ 1707561 h 3741630"/>
                <a:gd name="connsiteX41" fmla="*/ 1246204 w 4569687"/>
                <a:gd name="connsiteY41" fmla="*/ 1720113 h 3741630"/>
                <a:gd name="connsiteX42" fmla="*/ 1284356 w 4569687"/>
                <a:gd name="connsiteY42" fmla="*/ 1731957 h 3741630"/>
                <a:gd name="connsiteX43" fmla="*/ 1305976 w 4569687"/>
                <a:gd name="connsiteY43" fmla="*/ 1705754 h 3741630"/>
                <a:gd name="connsiteX44" fmla="*/ 1742854 w 4569687"/>
                <a:gd name="connsiteY44" fmla="*/ 1524793 h 3741630"/>
                <a:gd name="connsiteX45" fmla="*/ 1760288 w 4569687"/>
                <a:gd name="connsiteY45" fmla="*/ 1526551 h 3741630"/>
                <a:gd name="connsiteX46" fmla="*/ 1748032 w 4569687"/>
                <a:gd name="connsiteY46" fmla="*/ 1487068 h 3741630"/>
                <a:gd name="connsiteX47" fmla="*/ 1742854 w 4569687"/>
                <a:gd name="connsiteY47" fmla="*/ 1435701 h 3741630"/>
                <a:gd name="connsiteX48" fmla="*/ 1946367 w 4569687"/>
                <a:gd name="connsiteY48" fmla="*/ 1185999 h 3741630"/>
                <a:gd name="connsiteX49" fmla="*/ 1956892 w 4569687"/>
                <a:gd name="connsiteY49" fmla="*/ 1184938 h 3741630"/>
                <a:gd name="connsiteX50" fmla="*/ 1963928 w 4569687"/>
                <a:gd name="connsiteY50" fmla="*/ 1115143 h 3741630"/>
                <a:gd name="connsiteX51" fmla="*/ 2450363 w 4569687"/>
                <a:gd name="connsiteY51" fmla="*/ 718687 h 3741630"/>
                <a:gd name="connsiteX52" fmla="*/ 2520904 w 4569687"/>
                <a:gd name="connsiteY52" fmla="*/ 725798 h 3741630"/>
                <a:gd name="connsiteX53" fmla="*/ 2611712 w 4569687"/>
                <a:gd name="connsiteY53" fmla="*/ 0 h 37416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6BA73B4-BC5C-4378-A083-948505655B7B}"/>
                </a:ext>
              </a:extLst>
            </p:cNvPr>
            <p:cNvGrpSpPr/>
            <p:nvPr userDrawn="1"/>
          </p:nvGrpSpPr>
          <p:grpSpPr>
            <a:xfrm>
              <a:off x="6992136" y="387072"/>
              <a:ext cx="704897" cy="1355021"/>
              <a:chOff x="5304862" y="-789923"/>
              <a:chExt cx="645890" cy="1241591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269974D1-7996-4667-BA09-83671B53C878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34" name="이등변 삼각형 49">
                  <a:extLst>
                    <a:ext uri="{FF2B5EF4-FFF2-40B4-BE49-F238E27FC236}">
                      <a16:creationId xmlns:a16="http://schemas.microsoft.com/office/drawing/2014/main" id="{28E40F27-2EBF-4762-A766-35C37FBBB4FC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5" name="자유형: 도형 34">
                  <a:extLst>
                    <a:ext uri="{FF2B5EF4-FFF2-40B4-BE49-F238E27FC236}">
                      <a16:creationId xmlns:a16="http://schemas.microsoft.com/office/drawing/2014/main" id="{8F48F4F8-139B-4033-8A10-8F6699C3926C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자유형: 도형 35">
                  <a:extLst>
                    <a:ext uri="{FF2B5EF4-FFF2-40B4-BE49-F238E27FC236}">
                      <a16:creationId xmlns:a16="http://schemas.microsoft.com/office/drawing/2014/main" id="{1B13B33C-E953-4CCE-A9B0-8BAF1A14BCD1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C8CF60D7-5C5A-451E-BE72-BA888208BAF2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47DE17EC-22E7-4731-8B49-B51235A1DF1F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548997DE-64C7-44A9-A88E-2031BD44F473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4E2EBBBA-5F6E-4A7C-B230-6E02F5B0DE65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" name="Text Placeholder 9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23528" y="2787774"/>
            <a:ext cx="3816424" cy="1080121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8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 Placeholder 9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23380" y="3867894"/>
            <a:ext cx="3816424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/>
              <a:t>INSERT THE TITLE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/>
              <a:t>OF YOUR PRESENTATION HERE   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4731990"/>
            <a:ext cx="9144000" cy="411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7" name="그룹 3076">
            <a:extLst>
              <a:ext uri="{FF2B5EF4-FFF2-40B4-BE49-F238E27FC236}">
                <a16:creationId xmlns:a16="http://schemas.microsoft.com/office/drawing/2014/main" id="{98E1F27A-257B-4D1A-B672-BC3E23A06118}"/>
              </a:ext>
            </a:extLst>
          </p:cNvPr>
          <p:cNvGrpSpPr/>
          <p:nvPr userDrawn="1"/>
        </p:nvGrpSpPr>
        <p:grpSpPr>
          <a:xfrm>
            <a:off x="1902711" y="1537517"/>
            <a:ext cx="5620059" cy="3598510"/>
            <a:chOff x="2401342" y="248706"/>
            <a:chExt cx="5620059" cy="3598510"/>
          </a:xfrm>
          <a:solidFill>
            <a:schemeClr val="bg1"/>
          </a:solidFill>
        </p:grpSpPr>
        <p:sp>
          <p:nvSpPr>
            <p:cNvPr id="26" name="Oval 11">
              <a:extLst>
                <a:ext uri="{FF2B5EF4-FFF2-40B4-BE49-F238E27FC236}">
                  <a16:creationId xmlns:a16="http://schemas.microsoft.com/office/drawing/2014/main" id="{AFA52AFD-A09C-4B39-B8D1-31F5FF21F177}"/>
                </a:ext>
              </a:extLst>
            </p:cNvPr>
            <p:cNvSpPr/>
            <p:nvPr userDrawn="1"/>
          </p:nvSpPr>
          <p:spPr>
            <a:xfrm>
              <a:off x="4283968" y="941198"/>
              <a:ext cx="956850" cy="956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Oval 11">
              <a:extLst>
                <a:ext uri="{FF2B5EF4-FFF2-40B4-BE49-F238E27FC236}">
                  <a16:creationId xmlns:a16="http://schemas.microsoft.com/office/drawing/2014/main" id="{28048BEE-7C53-42D0-A506-848E3F17217E}"/>
                </a:ext>
              </a:extLst>
            </p:cNvPr>
            <p:cNvSpPr/>
            <p:nvPr userDrawn="1"/>
          </p:nvSpPr>
          <p:spPr>
            <a:xfrm>
              <a:off x="4080672" y="1386488"/>
              <a:ext cx="491180" cy="4911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55B93957-A57C-44E0-A336-699EE6B4F6CC}"/>
                </a:ext>
              </a:extLst>
            </p:cNvPr>
            <p:cNvSpPr/>
            <p:nvPr userDrawn="1"/>
          </p:nvSpPr>
          <p:spPr>
            <a:xfrm>
              <a:off x="3485352" y="1717923"/>
              <a:ext cx="1190640" cy="11906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Oval 11">
              <a:extLst>
                <a:ext uri="{FF2B5EF4-FFF2-40B4-BE49-F238E27FC236}">
                  <a16:creationId xmlns:a16="http://schemas.microsoft.com/office/drawing/2014/main" id="{0C21273E-B44A-44F4-BED0-FE6BE1C84CED}"/>
                </a:ext>
              </a:extLst>
            </p:cNvPr>
            <p:cNvSpPr/>
            <p:nvPr userDrawn="1"/>
          </p:nvSpPr>
          <p:spPr>
            <a:xfrm>
              <a:off x="2886827" y="1894030"/>
              <a:ext cx="1190640" cy="11906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Oval 11">
              <a:extLst>
                <a:ext uri="{FF2B5EF4-FFF2-40B4-BE49-F238E27FC236}">
                  <a16:creationId xmlns:a16="http://schemas.microsoft.com/office/drawing/2014/main" id="{C9498B36-2DEE-4230-ADEC-8236BBAE4F80}"/>
                </a:ext>
              </a:extLst>
            </p:cNvPr>
            <p:cNvSpPr/>
            <p:nvPr userDrawn="1"/>
          </p:nvSpPr>
          <p:spPr>
            <a:xfrm>
              <a:off x="2401342" y="2516235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EEE0F05A-0627-4B21-8C58-1FF2AFA50934}"/>
                </a:ext>
              </a:extLst>
            </p:cNvPr>
            <p:cNvSpPr/>
            <p:nvPr userDrawn="1"/>
          </p:nvSpPr>
          <p:spPr>
            <a:xfrm>
              <a:off x="3017096" y="2797485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Oval 11">
              <a:extLst>
                <a:ext uri="{FF2B5EF4-FFF2-40B4-BE49-F238E27FC236}">
                  <a16:creationId xmlns:a16="http://schemas.microsoft.com/office/drawing/2014/main" id="{5AC876EE-8F1E-42E3-85E8-F082493EA4B2}"/>
                </a:ext>
              </a:extLst>
            </p:cNvPr>
            <p:cNvSpPr/>
            <p:nvPr userDrawn="1"/>
          </p:nvSpPr>
          <p:spPr>
            <a:xfrm>
              <a:off x="3562974" y="2003019"/>
              <a:ext cx="1844197" cy="18441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Oval 11">
              <a:extLst>
                <a:ext uri="{FF2B5EF4-FFF2-40B4-BE49-F238E27FC236}">
                  <a16:creationId xmlns:a16="http://schemas.microsoft.com/office/drawing/2014/main" id="{AE727798-AF92-4B1B-B34B-6A0B5F01364D}"/>
                </a:ext>
              </a:extLst>
            </p:cNvPr>
            <p:cNvSpPr/>
            <p:nvPr userDrawn="1"/>
          </p:nvSpPr>
          <p:spPr>
            <a:xfrm>
              <a:off x="4999309" y="3011131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Oval 11">
              <a:extLst>
                <a:ext uri="{FF2B5EF4-FFF2-40B4-BE49-F238E27FC236}">
                  <a16:creationId xmlns:a16="http://schemas.microsoft.com/office/drawing/2014/main" id="{0A1A70B0-8EC9-4232-A569-700F9CB90D86}"/>
                </a:ext>
              </a:extLst>
            </p:cNvPr>
            <p:cNvSpPr/>
            <p:nvPr userDrawn="1"/>
          </p:nvSpPr>
          <p:spPr>
            <a:xfrm>
              <a:off x="5653222" y="2981733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Oval 11">
              <a:extLst>
                <a:ext uri="{FF2B5EF4-FFF2-40B4-BE49-F238E27FC236}">
                  <a16:creationId xmlns:a16="http://schemas.microsoft.com/office/drawing/2014/main" id="{8468AA9A-5D52-41E9-AE95-D453CCCDE517}"/>
                </a:ext>
              </a:extLst>
            </p:cNvPr>
            <p:cNvSpPr/>
            <p:nvPr userDrawn="1"/>
          </p:nvSpPr>
          <p:spPr>
            <a:xfrm>
              <a:off x="6035666" y="2445747"/>
              <a:ext cx="1363186" cy="1363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Oval 11">
              <a:extLst>
                <a:ext uri="{FF2B5EF4-FFF2-40B4-BE49-F238E27FC236}">
                  <a16:creationId xmlns:a16="http://schemas.microsoft.com/office/drawing/2014/main" id="{F238635E-ADE2-4689-B906-BFA3780205D3}"/>
                </a:ext>
              </a:extLst>
            </p:cNvPr>
            <p:cNvSpPr/>
            <p:nvPr userDrawn="1"/>
          </p:nvSpPr>
          <p:spPr>
            <a:xfrm>
              <a:off x="7037784" y="2729409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Oval 11">
              <a:extLst>
                <a:ext uri="{FF2B5EF4-FFF2-40B4-BE49-F238E27FC236}">
                  <a16:creationId xmlns:a16="http://schemas.microsoft.com/office/drawing/2014/main" id="{4A66CCF7-4F34-4CEF-A93F-D4C3FBBC31C8}"/>
                </a:ext>
              </a:extLst>
            </p:cNvPr>
            <p:cNvSpPr/>
            <p:nvPr userDrawn="1"/>
          </p:nvSpPr>
          <p:spPr>
            <a:xfrm>
              <a:off x="6658215" y="1725625"/>
              <a:ext cx="1363186" cy="1363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Oval 11">
              <a:extLst>
                <a:ext uri="{FF2B5EF4-FFF2-40B4-BE49-F238E27FC236}">
                  <a16:creationId xmlns:a16="http://schemas.microsoft.com/office/drawing/2014/main" id="{ED5842E9-7C7B-4145-8777-A72EAA033919}"/>
                </a:ext>
              </a:extLst>
            </p:cNvPr>
            <p:cNvSpPr/>
            <p:nvPr userDrawn="1"/>
          </p:nvSpPr>
          <p:spPr>
            <a:xfrm>
              <a:off x="4702059" y="880592"/>
              <a:ext cx="1040194" cy="104019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Oval 11">
              <a:extLst>
                <a:ext uri="{FF2B5EF4-FFF2-40B4-BE49-F238E27FC236}">
                  <a16:creationId xmlns:a16="http://schemas.microsoft.com/office/drawing/2014/main" id="{FE795315-79B9-4ACC-A173-0FF1208985F1}"/>
                </a:ext>
              </a:extLst>
            </p:cNvPr>
            <p:cNvSpPr/>
            <p:nvPr userDrawn="1"/>
          </p:nvSpPr>
          <p:spPr>
            <a:xfrm>
              <a:off x="5200227" y="1153449"/>
              <a:ext cx="1040194" cy="104019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Oval 11">
              <a:extLst>
                <a:ext uri="{FF2B5EF4-FFF2-40B4-BE49-F238E27FC236}">
                  <a16:creationId xmlns:a16="http://schemas.microsoft.com/office/drawing/2014/main" id="{3C261F52-1234-4DC3-A2FF-D2EDCDFBD59B}"/>
                </a:ext>
              </a:extLst>
            </p:cNvPr>
            <p:cNvSpPr/>
            <p:nvPr userDrawn="1"/>
          </p:nvSpPr>
          <p:spPr>
            <a:xfrm>
              <a:off x="5945245" y="1484448"/>
              <a:ext cx="701108" cy="7011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Oval 11">
              <a:extLst>
                <a:ext uri="{FF2B5EF4-FFF2-40B4-BE49-F238E27FC236}">
                  <a16:creationId xmlns:a16="http://schemas.microsoft.com/office/drawing/2014/main" id="{8898D16D-0930-4BB5-A3BE-871D589D05A2}"/>
                </a:ext>
              </a:extLst>
            </p:cNvPr>
            <p:cNvSpPr/>
            <p:nvPr userDrawn="1"/>
          </p:nvSpPr>
          <p:spPr>
            <a:xfrm>
              <a:off x="6121822" y="1792219"/>
              <a:ext cx="1040194" cy="104019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Oval 11">
              <a:extLst>
                <a:ext uri="{FF2B5EF4-FFF2-40B4-BE49-F238E27FC236}">
                  <a16:creationId xmlns:a16="http://schemas.microsoft.com/office/drawing/2014/main" id="{7BD6D6B7-F491-44FF-BEFA-1D7F73C5CB3B}"/>
                </a:ext>
              </a:extLst>
            </p:cNvPr>
            <p:cNvSpPr/>
            <p:nvPr userDrawn="1"/>
          </p:nvSpPr>
          <p:spPr>
            <a:xfrm>
              <a:off x="4251327" y="1369850"/>
              <a:ext cx="2136016" cy="2136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다리꼴 6">
              <a:extLst>
                <a:ext uri="{FF2B5EF4-FFF2-40B4-BE49-F238E27FC236}">
                  <a16:creationId xmlns:a16="http://schemas.microsoft.com/office/drawing/2014/main" id="{A3711D92-0D82-4A0C-98E5-DF2B26ADA064}"/>
                </a:ext>
              </a:extLst>
            </p:cNvPr>
            <p:cNvSpPr/>
            <p:nvPr userDrawn="1"/>
          </p:nvSpPr>
          <p:spPr>
            <a:xfrm>
              <a:off x="4765704" y="248706"/>
              <a:ext cx="608632" cy="1216152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Rectangle 3"/>
          <p:cNvSpPr/>
          <p:nvPr userDrawn="1"/>
        </p:nvSpPr>
        <p:spPr>
          <a:xfrm>
            <a:off x="0" y="0"/>
            <a:ext cx="9144000" cy="1347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3798740"/>
            <a:ext cx="9144000" cy="1344760"/>
            <a:chOff x="0" y="3798740"/>
            <a:chExt cx="9144000" cy="1344760"/>
          </a:xfrm>
        </p:grpSpPr>
        <p:sp>
          <p:nvSpPr>
            <p:cNvPr id="6" name="Rectangle 5"/>
            <p:cNvSpPr/>
            <p:nvPr userDrawn="1"/>
          </p:nvSpPr>
          <p:spPr>
            <a:xfrm>
              <a:off x="0" y="4731990"/>
              <a:ext cx="9144000" cy="411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ko-KR" altLang="en-US"/>
            </a:p>
          </p:txBody>
        </p:sp>
        <p:sp>
          <p:nvSpPr>
            <p:cNvPr id="2" name="Oval 1"/>
            <p:cNvSpPr/>
            <p:nvPr userDrawn="1"/>
          </p:nvSpPr>
          <p:spPr>
            <a:xfrm>
              <a:off x="2195736" y="4299942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Oval 7"/>
            <p:cNvSpPr/>
            <p:nvPr userDrawn="1"/>
          </p:nvSpPr>
          <p:spPr>
            <a:xfrm>
              <a:off x="1772072" y="4361681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1330152" y="4539308"/>
              <a:ext cx="596602" cy="5966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7092280" y="3798740"/>
              <a:ext cx="596602" cy="5966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Oval 12"/>
            <p:cNvSpPr/>
            <p:nvPr userDrawn="1"/>
          </p:nvSpPr>
          <p:spPr>
            <a:xfrm>
              <a:off x="6495678" y="4341143"/>
              <a:ext cx="596602" cy="5966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Oval 13"/>
            <p:cNvSpPr/>
            <p:nvPr userDrawn="1"/>
          </p:nvSpPr>
          <p:spPr>
            <a:xfrm>
              <a:off x="6991200" y="4240063"/>
              <a:ext cx="697682" cy="6976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Oval 14"/>
            <p:cNvSpPr/>
            <p:nvPr userDrawn="1"/>
          </p:nvSpPr>
          <p:spPr>
            <a:xfrm>
              <a:off x="7392378" y="4244602"/>
              <a:ext cx="593007" cy="5930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Oval 15"/>
            <p:cNvSpPr/>
            <p:nvPr userDrawn="1"/>
          </p:nvSpPr>
          <p:spPr>
            <a:xfrm>
              <a:off x="7812360" y="4435486"/>
              <a:ext cx="593007" cy="5930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075806"/>
            <a:ext cx="9144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3723878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6535596" y="1104508"/>
            <a:ext cx="672848" cy="486211"/>
            <a:chOff x="6495678" y="1779663"/>
            <a:chExt cx="672848" cy="486211"/>
          </a:xfrm>
        </p:grpSpPr>
        <p:sp>
          <p:nvSpPr>
            <p:cNvPr id="17" name="Oval 16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Oval 18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Oval 19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Group 20"/>
          <p:cNvGrpSpPr/>
          <p:nvPr userDrawn="1"/>
        </p:nvGrpSpPr>
        <p:grpSpPr>
          <a:xfrm>
            <a:off x="2098952" y="2183144"/>
            <a:ext cx="524595" cy="379081"/>
            <a:chOff x="6495678" y="1779663"/>
            <a:chExt cx="672848" cy="486211"/>
          </a:xfrm>
        </p:grpSpPr>
        <p:sp>
          <p:nvSpPr>
            <p:cNvPr id="22" name="Oval 21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Oval 22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Oval 23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Oval 24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76" name="그룹 3075">
            <a:extLst>
              <a:ext uri="{FF2B5EF4-FFF2-40B4-BE49-F238E27FC236}">
                <a16:creationId xmlns:a16="http://schemas.microsoft.com/office/drawing/2014/main" id="{D94CBEB5-5417-46B1-88F6-CC8EAFA04538}"/>
              </a:ext>
            </a:extLst>
          </p:cNvPr>
          <p:cNvGrpSpPr/>
          <p:nvPr userDrawn="1"/>
        </p:nvGrpSpPr>
        <p:grpSpPr>
          <a:xfrm>
            <a:off x="4249055" y="497586"/>
            <a:ext cx="645890" cy="1241591"/>
            <a:chOff x="5304862" y="-789923"/>
            <a:chExt cx="645890" cy="1241591"/>
          </a:xfrm>
        </p:grpSpPr>
        <p:grpSp>
          <p:nvGrpSpPr>
            <p:cNvPr id="3072" name="그룹 3071">
              <a:extLst>
                <a:ext uri="{FF2B5EF4-FFF2-40B4-BE49-F238E27FC236}">
                  <a16:creationId xmlns:a16="http://schemas.microsoft.com/office/drawing/2014/main" id="{1EDC8D9B-3ACF-4259-97AD-31C89A94208E}"/>
                </a:ext>
              </a:extLst>
            </p:cNvPr>
            <p:cNvGrpSpPr/>
            <p:nvPr userDrawn="1"/>
          </p:nvGrpSpPr>
          <p:grpSpPr>
            <a:xfrm>
              <a:off x="5377232" y="-789923"/>
              <a:ext cx="495969" cy="1052585"/>
              <a:chOff x="5868144" y="-857099"/>
              <a:chExt cx="495969" cy="1052585"/>
            </a:xfrm>
          </p:grpSpPr>
          <p:sp>
            <p:nvSpPr>
              <p:cNvPr id="50" name="이등변 삼각형 49">
                <a:extLst>
                  <a:ext uri="{FF2B5EF4-FFF2-40B4-BE49-F238E27FC236}">
                    <a16:creationId xmlns:a16="http://schemas.microsoft.com/office/drawing/2014/main" id="{91D8E74F-74D1-42AF-878A-87DB5086DFB8}"/>
                  </a:ext>
                </a:extLst>
              </p:cNvPr>
              <p:cNvSpPr/>
              <p:nvPr userDrawn="1"/>
            </p:nvSpPr>
            <p:spPr>
              <a:xfrm>
                <a:off x="5868144" y="-853769"/>
                <a:ext cx="495969" cy="1049255"/>
              </a:xfrm>
              <a:custGeom>
                <a:avLst/>
                <a:gdLst>
                  <a:gd name="connsiteX0" fmla="*/ 0 w 311344"/>
                  <a:gd name="connsiteY0" fmla="*/ 1049255 h 1049255"/>
                  <a:gd name="connsiteX1" fmla="*/ 155672 w 311344"/>
                  <a:gd name="connsiteY1" fmla="*/ 0 h 1049255"/>
                  <a:gd name="connsiteX2" fmla="*/ 311344 w 311344"/>
                  <a:gd name="connsiteY2" fmla="*/ 1049255 h 1049255"/>
                  <a:gd name="connsiteX3" fmla="*/ 0 w 311344"/>
                  <a:gd name="connsiteY3" fmla="*/ 1049255 h 1049255"/>
                  <a:gd name="connsiteX0" fmla="*/ 45684 w 357028"/>
                  <a:gd name="connsiteY0" fmla="*/ 1049255 h 1049255"/>
                  <a:gd name="connsiteX1" fmla="*/ 201356 w 357028"/>
                  <a:gd name="connsiteY1" fmla="*/ 0 h 1049255"/>
                  <a:gd name="connsiteX2" fmla="*/ 357028 w 357028"/>
                  <a:gd name="connsiteY2" fmla="*/ 1049255 h 1049255"/>
                  <a:gd name="connsiteX3" fmla="*/ 45684 w 357028"/>
                  <a:gd name="connsiteY3" fmla="*/ 1049255 h 1049255"/>
                  <a:gd name="connsiteX0" fmla="*/ 45684 w 416158"/>
                  <a:gd name="connsiteY0" fmla="*/ 1049255 h 1049255"/>
                  <a:gd name="connsiteX1" fmla="*/ 201356 w 416158"/>
                  <a:gd name="connsiteY1" fmla="*/ 0 h 1049255"/>
                  <a:gd name="connsiteX2" fmla="*/ 357028 w 416158"/>
                  <a:gd name="connsiteY2" fmla="*/ 1049255 h 1049255"/>
                  <a:gd name="connsiteX3" fmla="*/ 45684 w 416158"/>
                  <a:gd name="connsiteY3" fmla="*/ 1049255 h 1049255"/>
                  <a:gd name="connsiteX0" fmla="*/ 87161 w 457635"/>
                  <a:gd name="connsiteY0" fmla="*/ 1049255 h 1049255"/>
                  <a:gd name="connsiteX1" fmla="*/ 242833 w 457635"/>
                  <a:gd name="connsiteY1" fmla="*/ 0 h 1049255"/>
                  <a:gd name="connsiteX2" fmla="*/ 398505 w 457635"/>
                  <a:gd name="connsiteY2" fmla="*/ 1049255 h 1049255"/>
                  <a:gd name="connsiteX3" fmla="*/ 87161 w 457635"/>
                  <a:gd name="connsiteY3" fmla="*/ 1049255 h 1049255"/>
                  <a:gd name="connsiteX0" fmla="*/ 87161 w 500627"/>
                  <a:gd name="connsiteY0" fmla="*/ 1049255 h 1049255"/>
                  <a:gd name="connsiteX1" fmla="*/ 242833 w 500627"/>
                  <a:gd name="connsiteY1" fmla="*/ 0 h 1049255"/>
                  <a:gd name="connsiteX2" fmla="*/ 398505 w 500627"/>
                  <a:gd name="connsiteY2" fmla="*/ 1049255 h 1049255"/>
                  <a:gd name="connsiteX3" fmla="*/ 87161 w 500627"/>
                  <a:gd name="connsiteY3" fmla="*/ 1049255 h 1049255"/>
                  <a:gd name="connsiteX0" fmla="*/ 91187 w 504653"/>
                  <a:gd name="connsiteY0" fmla="*/ 1049255 h 1049255"/>
                  <a:gd name="connsiteX1" fmla="*/ 246859 w 504653"/>
                  <a:gd name="connsiteY1" fmla="*/ 0 h 1049255"/>
                  <a:gd name="connsiteX2" fmla="*/ 402531 w 504653"/>
                  <a:gd name="connsiteY2" fmla="*/ 1049255 h 1049255"/>
                  <a:gd name="connsiteX3" fmla="*/ 91187 w 504653"/>
                  <a:gd name="connsiteY3" fmla="*/ 1049255 h 1049255"/>
                  <a:gd name="connsiteX0" fmla="*/ 91187 w 500775"/>
                  <a:gd name="connsiteY0" fmla="*/ 1049255 h 1049255"/>
                  <a:gd name="connsiteX1" fmla="*/ 246859 w 500775"/>
                  <a:gd name="connsiteY1" fmla="*/ 0 h 1049255"/>
                  <a:gd name="connsiteX2" fmla="*/ 402531 w 500775"/>
                  <a:gd name="connsiteY2" fmla="*/ 1049255 h 1049255"/>
                  <a:gd name="connsiteX3" fmla="*/ 91187 w 500775"/>
                  <a:gd name="connsiteY3" fmla="*/ 1049255 h 1049255"/>
                  <a:gd name="connsiteX0" fmla="*/ 91187 w 484758"/>
                  <a:gd name="connsiteY0" fmla="*/ 1049255 h 1049255"/>
                  <a:gd name="connsiteX1" fmla="*/ 246859 w 484758"/>
                  <a:gd name="connsiteY1" fmla="*/ 0 h 1049255"/>
                  <a:gd name="connsiteX2" fmla="*/ 402531 w 484758"/>
                  <a:gd name="connsiteY2" fmla="*/ 1049255 h 1049255"/>
                  <a:gd name="connsiteX3" fmla="*/ 91187 w 484758"/>
                  <a:gd name="connsiteY3" fmla="*/ 1049255 h 1049255"/>
                  <a:gd name="connsiteX0" fmla="*/ 91187 w 488692"/>
                  <a:gd name="connsiteY0" fmla="*/ 1049255 h 1049255"/>
                  <a:gd name="connsiteX1" fmla="*/ 246859 w 488692"/>
                  <a:gd name="connsiteY1" fmla="*/ 0 h 1049255"/>
                  <a:gd name="connsiteX2" fmla="*/ 402531 w 488692"/>
                  <a:gd name="connsiteY2" fmla="*/ 1049255 h 1049255"/>
                  <a:gd name="connsiteX3" fmla="*/ 91187 w 488692"/>
                  <a:gd name="connsiteY3" fmla="*/ 1049255 h 1049255"/>
                  <a:gd name="connsiteX0" fmla="*/ 91187 w 492707"/>
                  <a:gd name="connsiteY0" fmla="*/ 1049255 h 1049255"/>
                  <a:gd name="connsiteX1" fmla="*/ 246859 w 492707"/>
                  <a:gd name="connsiteY1" fmla="*/ 0 h 1049255"/>
                  <a:gd name="connsiteX2" fmla="*/ 402531 w 492707"/>
                  <a:gd name="connsiteY2" fmla="*/ 1049255 h 1049255"/>
                  <a:gd name="connsiteX3" fmla="*/ 91187 w 492707"/>
                  <a:gd name="connsiteY3" fmla="*/ 1049255 h 1049255"/>
                  <a:gd name="connsiteX0" fmla="*/ 95257 w 496777"/>
                  <a:gd name="connsiteY0" fmla="*/ 1049255 h 1049255"/>
                  <a:gd name="connsiteX1" fmla="*/ 250929 w 496777"/>
                  <a:gd name="connsiteY1" fmla="*/ 0 h 1049255"/>
                  <a:gd name="connsiteX2" fmla="*/ 406601 w 496777"/>
                  <a:gd name="connsiteY2" fmla="*/ 1049255 h 1049255"/>
                  <a:gd name="connsiteX3" fmla="*/ 95257 w 496777"/>
                  <a:gd name="connsiteY3" fmla="*/ 1049255 h 1049255"/>
                  <a:gd name="connsiteX0" fmla="*/ 95257 w 485293"/>
                  <a:gd name="connsiteY0" fmla="*/ 1049255 h 1049255"/>
                  <a:gd name="connsiteX1" fmla="*/ 250929 w 485293"/>
                  <a:gd name="connsiteY1" fmla="*/ 0 h 1049255"/>
                  <a:gd name="connsiteX2" fmla="*/ 406601 w 485293"/>
                  <a:gd name="connsiteY2" fmla="*/ 1049255 h 1049255"/>
                  <a:gd name="connsiteX3" fmla="*/ 95257 w 485293"/>
                  <a:gd name="connsiteY3" fmla="*/ 1049255 h 1049255"/>
                  <a:gd name="connsiteX0" fmla="*/ 95257 w 494828"/>
                  <a:gd name="connsiteY0" fmla="*/ 1049255 h 1049255"/>
                  <a:gd name="connsiteX1" fmla="*/ 250929 w 494828"/>
                  <a:gd name="connsiteY1" fmla="*/ 0 h 1049255"/>
                  <a:gd name="connsiteX2" fmla="*/ 406601 w 494828"/>
                  <a:gd name="connsiteY2" fmla="*/ 1049255 h 1049255"/>
                  <a:gd name="connsiteX3" fmla="*/ 95257 w 494828"/>
                  <a:gd name="connsiteY3" fmla="*/ 1049255 h 1049255"/>
                  <a:gd name="connsiteX0" fmla="*/ 95257 w 493814"/>
                  <a:gd name="connsiteY0" fmla="*/ 1049255 h 1049255"/>
                  <a:gd name="connsiteX1" fmla="*/ 250929 w 493814"/>
                  <a:gd name="connsiteY1" fmla="*/ 0 h 1049255"/>
                  <a:gd name="connsiteX2" fmla="*/ 406601 w 493814"/>
                  <a:gd name="connsiteY2" fmla="*/ 1049255 h 1049255"/>
                  <a:gd name="connsiteX3" fmla="*/ 95257 w 493814"/>
                  <a:gd name="connsiteY3" fmla="*/ 1049255 h 1049255"/>
                  <a:gd name="connsiteX0" fmla="*/ 95257 w 496864"/>
                  <a:gd name="connsiteY0" fmla="*/ 1049255 h 1049255"/>
                  <a:gd name="connsiteX1" fmla="*/ 250929 w 496864"/>
                  <a:gd name="connsiteY1" fmla="*/ 0 h 1049255"/>
                  <a:gd name="connsiteX2" fmla="*/ 406601 w 496864"/>
                  <a:gd name="connsiteY2" fmla="*/ 1049255 h 1049255"/>
                  <a:gd name="connsiteX3" fmla="*/ 95257 w 496864"/>
                  <a:gd name="connsiteY3" fmla="*/ 1049255 h 1049255"/>
                  <a:gd name="connsiteX0" fmla="*/ 95257 w 497887"/>
                  <a:gd name="connsiteY0" fmla="*/ 1049255 h 1049255"/>
                  <a:gd name="connsiteX1" fmla="*/ 250929 w 497887"/>
                  <a:gd name="connsiteY1" fmla="*/ 0 h 1049255"/>
                  <a:gd name="connsiteX2" fmla="*/ 406601 w 497887"/>
                  <a:gd name="connsiteY2" fmla="*/ 1049255 h 1049255"/>
                  <a:gd name="connsiteX3" fmla="*/ 95257 w 497887"/>
                  <a:gd name="connsiteY3" fmla="*/ 1049255 h 1049255"/>
                  <a:gd name="connsiteX0" fmla="*/ 95257 w 495969"/>
                  <a:gd name="connsiteY0" fmla="*/ 1049255 h 1049255"/>
                  <a:gd name="connsiteX1" fmla="*/ 250929 w 495969"/>
                  <a:gd name="connsiteY1" fmla="*/ 0 h 1049255"/>
                  <a:gd name="connsiteX2" fmla="*/ 406601 w 495969"/>
                  <a:gd name="connsiteY2" fmla="*/ 1049255 h 1049255"/>
                  <a:gd name="connsiteX3" fmla="*/ 95257 w 495969"/>
                  <a:gd name="connsiteY3" fmla="*/ 1049255 h 1049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5969" h="1049255">
                    <a:moveTo>
                      <a:pt x="95257" y="1049255"/>
                    </a:moveTo>
                    <a:cubicBezTo>
                      <a:pt x="6676" y="723357"/>
                      <a:pt x="-121664" y="317947"/>
                      <a:pt x="250929" y="0"/>
                    </a:cubicBezTo>
                    <a:cubicBezTo>
                      <a:pt x="612920" y="328549"/>
                      <a:pt x="489882" y="781667"/>
                      <a:pt x="406601" y="1049255"/>
                    </a:cubicBezTo>
                    <a:lnTo>
                      <a:pt x="95257" y="104925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AE1386C1-5A88-4DFD-B9C6-1BD9FD99E884}"/>
                  </a:ext>
                </a:extLst>
              </p:cNvPr>
              <p:cNvSpPr/>
              <p:nvPr userDrawn="1"/>
            </p:nvSpPr>
            <p:spPr>
              <a:xfrm>
                <a:off x="5939427" y="102551"/>
                <a:ext cx="364003" cy="92935"/>
              </a:xfrm>
              <a:custGeom>
                <a:avLst/>
                <a:gdLst>
                  <a:gd name="connsiteX0" fmla="*/ 0 w 364003"/>
                  <a:gd name="connsiteY0" fmla="*/ 0 h 92935"/>
                  <a:gd name="connsiteX1" fmla="*/ 364003 w 364003"/>
                  <a:gd name="connsiteY1" fmla="*/ 0 h 92935"/>
                  <a:gd name="connsiteX2" fmla="*/ 336518 w 364003"/>
                  <a:gd name="connsiteY2" fmla="*/ 92935 h 92935"/>
                  <a:gd name="connsiteX3" fmla="*/ 25174 w 364003"/>
                  <a:gd name="connsiteY3" fmla="*/ 92935 h 9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4003" h="92935">
                    <a:moveTo>
                      <a:pt x="0" y="0"/>
                    </a:moveTo>
                    <a:lnTo>
                      <a:pt x="364003" y="0"/>
                    </a:lnTo>
                    <a:lnTo>
                      <a:pt x="336518" y="92935"/>
                    </a:lnTo>
                    <a:lnTo>
                      <a:pt x="25174" y="929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4B26653-6B23-4EFE-8B06-375137532FD8}"/>
                  </a:ext>
                </a:extLst>
              </p:cNvPr>
              <p:cNvSpPr/>
              <p:nvPr userDrawn="1"/>
            </p:nvSpPr>
            <p:spPr>
              <a:xfrm>
                <a:off x="5893989" y="-857099"/>
                <a:ext cx="444279" cy="350537"/>
              </a:xfrm>
              <a:custGeom>
                <a:avLst/>
                <a:gdLst>
                  <a:gd name="connsiteX0" fmla="*/ 227272 w 444279"/>
                  <a:gd name="connsiteY0" fmla="*/ 0 h 350537"/>
                  <a:gd name="connsiteX1" fmla="*/ 440556 w 444279"/>
                  <a:gd name="connsiteY1" fmla="*/ 335046 h 350537"/>
                  <a:gd name="connsiteX2" fmla="*/ 444279 w 444279"/>
                  <a:gd name="connsiteY2" fmla="*/ 350537 h 350537"/>
                  <a:gd name="connsiteX3" fmla="*/ 0 w 444279"/>
                  <a:gd name="connsiteY3" fmla="*/ 350537 h 350537"/>
                  <a:gd name="connsiteX4" fmla="*/ 8223 w 444279"/>
                  <a:gd name="connsiteY4" fmla="*/ 318604 h 350537"/>
                  <a:gd name="connsiteX5" fmla="*/ 227272 w 444279"/>
                  <a:gd name="connsiteY5" fmla="*/ 0 h 350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4279" h="350537">
                    <a:moveTo>
                      <a:pt x="227272" y="0"/>
                    </a:moveTo>
                    <a:cubicBezTo>
                      <a:pt x="340394" y="102672"/>
                      <a:pt x="406151" y="217508"/>
                      <a:pt x="440556" y="335046"/>
                    </a:cubicBezTo>
                    <a:lnTo>
                      <a:pt x="444279" y="350537"/>
                    </a:lnTo>
                    <a:lnTo>
                      <a:pt x="0" y="350537"/>
                    </a:lnTo>
                    <a:lnTo>
                      <a:pt x="8223" y="318604"/>
                    </a:lnTo>
                    <a:cubicBezTo>
                      <a:pt x="43321" y="207258"/>
                      <a:pt x="110837" y="99358"/>
                      <a:pt x="2272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12D3E034-244B-447C-9103-515EC73ED955}"/>
                </a:ext>
              </a:extLst>
            </p:cNvPr>
            <p:cNvSpPr/>
            <p:nvPr userDrawn="1"/>
          </p:nvSpPr>
          <p:spPr>
            <a:xfrm>
              <a:off x="5535216" y="-351600"/>
              <a:ext cx="180000" cy="180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73" name="직사각형 3072">
              <a:extLst>
                <a:ext uri="{FF2B5EF4-FFF2-40B4-BE49-F238E27FC236}">
                  <a16:creationId xmlns:a16="http://schemas.microsoft.com/office/drawing/2014/main" id="{B8AC1995-F1DB-45F4-BAD9-8612F17EC7CF}"/>
                </a:ext>
              </a:extLst>
            </p:cNvPr>
            <p:cNvSpPr/>
            <p:nvPr userDrawn="1"/>
          </p:nvSpPr>
          <p:spPr>
            <a:xfrm flipH="1">
              <a:off x="5614416" y="6445"/>
              <a:ext cx="21600" cy="43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75" name="자유형: 도형 3074">
              <a:extLst>
                <a:ext uri="{FF2B5EF4-FFF2-40B4-BE49-F238E27FC236}">
                  <a16:creationId xmlns:a16="http://schemas.microsoft.com/office/drawing/2014/main" id="{1B2C1A3C-1B19-4A94-822F-AE9B5A703575}"/>
                </a:ext>
              </a:extLst>
            </p:cNvPr>
            <p:cNvSpPr/>
            <p:nvPr userDrawn="1"/>
          </p:nvSpPr>
          <p:spPr>
            <a:xfrm>
              <a:off x="5304862" y="-1556"/>
              <a:ext cx="143653" cy="453224"/>
            </a:xfrm>
            <a:custGeom>
              <a:avLst/>
              <a:gdLst>
                <a:gd name="connsiteX0" fmla="*/ 71561 w 116619"/>
                <a:gd name="connsiteY0" fmla="*/ 0 h 453224"/>
                <a:gd name="connsiteX1" fmla="*/ 116619 w 116619"/>
                <a:gd name="connsiteY1" fmla="*/ 145774 h 453224"/>
                <a:gd name="connsiteX2" fmla="*/ 0 w 116619"/>
                <a:gd name="connsiteY2" fmla="*/ 453224 h 453224"/>
                <a:gd name="connsiteX3" fmla="*/ 71561 w 116619"/>
                <a:gd name="connsiteY3" fmla="*/ 0 h 453224"/>
                <a:gd name="connsiteX0" fmla="*/ 78782 w 123840"/>
                <a:gd name="connsiteY0" fmla="*/ 0 h 453224"/>
                <a:gd name="connsiteX1" fmla="*/ 123840 w 123840"/>
                <a:gd name="connsiteY1" fmla="*/ 145774 h 453224"/>
                <a:gd name="connsiteX2" fmla="*/ 7221 w 123840"/>
                <a:gd name="connsiteY2" fmla="*/ 453224 h 453224"/>
                <a:gd name="connsiteX3" fmla="*/ 78782 w 123840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5845 w 140903"/>
                <a:gd name="connsiteY0" fmla="*/ 0 h 453224"/>
                <a:gd name="connsiteX1" fmla="*/ 140903 w 140903"/>
                <a:gd name="connsiteY1" fmla="*/ 145774 h 453224"/>
                <a:gd name="connsiteX2" fmla="*/ 24284 w 140903"/>
                <a:gd name="connsiteY2" fmla="*/ 453224 h 453224"/>
                <a:gd name="connsiteX3" fmla="*/ 95845 w 140903"/>
                <a:gd name="connsiteY3" fmla="*/ 0 h 453224"/>
                <a:gd name="connsiteX0" fmla="*/ 98595 w 143653"/>
                <a:gd name="connsiteY0" fmla="*/ 0 h 453224"/>
                <a:gd name="connsiteX1" fmla="*/ 143653 w 143653"/>
                <a:gd name="connsiteY1" fmla="*/ 145774 h 453224"/>
                <a:gd name="connsiteX2" fmla="*/ 27034 w 143653"/>
                <a:gd name="connsiteY2" fmla="*/ 453224 h 453224"/>
                <a:gd name="connsiteX3" fmla="*/ 98595 w 143653"/>
                <a:gd name="connsiteY3" fmla="*/ 0 h 453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DA97839E-8AFB-4B9F-9CA8-740B072EF2C1}"/>
                </a:ext>
              </a:extLst>
            </p:cNvPr>
            <p:cNvSpPr/>
            <p:nvPr userDrawn="1"/>
          </p:nvSpPr>
          <p:spPr>
            <a:xfrm flipH="1">
              <a:off x="5807099" y="-1556"/>
              <a:ext cx="143653" cy="453224"/>
            </a:xfrm>
            <a:custGeom>
              <a:avLst/>
              <a:gdLst>
                <a:gd name="connsiteX0" fmla="*/ 71561 w 116619"/>
                <a:gd name="connsiteY0" fmla="*/ 0 h 453224"/>
                <a:gd name="connsiteX1" fmla="*/ 116619 w 116619"/>
                <a:gd name="connsiteY1" fmla="*/ 145774 h 453224"/>
                <a:gd name="connsiteX2" fmla="*/ 0 w 116619"/>
                <a:gd name="connsiteY2" fmla="*/ 453224 h 453224"/>
                <a:gd name="connsiteX3" fmla="*/ 71561 w 116619"/>
                <a:gd name="connsiteY3" fmla="*/ 0 h 453224"/>
                <a:gd name="connsiteX0" fmla="*/ 78782 w 123840"/>
                <a:gd name="connsiteY0" fmla="*/ 0 h 453224"/>
                <a:gd name="connsiteX1" fmla="*/ 123840 w 123840"/>
                <a:gd name="connsiteY1" fmla="*/ 145774 h 453224"/>
                <a:gd name="connsiteX2" fmla="*/ 7221 w 123840"/>
                <a:gd name="connsiteY2" fmla="*/ 453224 h 453224"/>
                <a:gd name="connsiteX3" fmla="*/ 78782 w 123840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5845 w 140903"/>
                <a:gd name="connsiteY0" fmla="*/ 0 h 453224"/>
                <a:gd name="connsiteX1" fmla="*/ 140903 w 140903"/>
                <a:gd name="connsiteY1" fmla="*/ 145774 h 453224"/>
                <a:gd name="connsiteX2" fmla="*/ 24284 w 140903"/>
                <a:gd name="connsiteY2" fmla="*/ 453224 h 453224"/>
                <a:gd name="connsiteX3" fmla="*/ 95845 w 140903"/>
                <a:gd name="connsiteY3" fmla="*/ 0 h 453224"/>
                <a:gd name="connsiteX0" fmla="*/ 98595 w 143653"/>
                <a:gd name="connsiteY0" fmla="*/ 0 h 453224"/>
                <a:gd name="connsiteX1" fmla="*/ 143653 w 143653"/>
                <a:gd name="connsiteY1" fmla="*/ 145774 h 453224"/>
                <a:gd name="connsiteX2" fmla="*/ 27034 w 143653"/>
                <a:gd name="connsiteY2" fmla="*/ 453224 h 453224"/>
                <a:gd name="connsiteX3" fmla="*/ 98595 w 143653"/>
                <a:gd name="connsiteY3" fmla="*/ 0 h 453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4948014"/>
            <a:ext cx="9144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F6939C0-0F9C-4BB0-BE6D-CDFDBD48B8E1}"/>
              </a:ext>
            </a:extLst>
          </p:cNvPr>
          <p:cNvGrpSpPr/>
          <p:nvPr userDrawn="1"/>
        </p:nvGrpSpPr>
        <p:grpSpPr>
          <a:xfrm>
            <a:off x="8001641" y="3940074"/>
            <a:ext cx="1142359" cy="1189066"/>
            <a:chOff x="4572000" y="387072"/>
            <a:chExt cx="4569687" cy="4756528"/>
          </a:xfrm>
        </p:grpSpPr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D9278269-D816-4377-921A-50AEC083B847}"/>
                </a:ext>
              </a:extLst>
            </p:cNvPr>
            <p:cNvSpPr/>
            <p:nvPr userDrawn="1"/>
          </p:nvSpPr>
          <p:spPr>
            <a:xfrm>
              <a:off x="4572000" y="1408870"/>
              <a:ext cx="4569687" cy="3734730"/>
            </a:xfrm>
            <a:custGeom>
              <a:avLst/>
              <a:gdLst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63923 w 4569687"/>
                <a:gd name="connsiteY30" fmla="*/ 3304336 h 3734631"/>
                <a:gd name="connsiteX31" fmla="*/ 1334207 w 4569687"/>
                <a:gd name="connsiteY31" fmla="*/ 3340352 h 3734631"/>
                <a:gd name="connsiteX32" fmla="*/ 1046262 w 4569687"/>
                <a:gd name="connsiteY32" fmla="*/ 3459623 h 3734631"/>
                <a:gd name="connsiteX33" fmla="*/ 647319 w 4569687"/>
                <a:gd name="connsiteY33" fmla="*/ 3134475 h 3734631"/>
                <a:gd name="connsiteX34" fmla="*/ 642925 w 4569687"/>
                <a:gd name="connsiteY34" fmla="*/ 3090891 h 3734631"/>
                <a:gd name="connsiteX35" fmla="*/ 634894 w 4569687"/>
                <a:gd name="connsiteY35" fmla="*/ 3098188 h 3734631"/>
                <a:gd name="connsiteX36" fmla="*/ 407216 w 4569687"/>
                <a:gd name="connsiteY36" fmla="*/ 3167734 h 3734631"/>
                <a:gd name="connsiteX37" fmla="*/ 0 w 4569687"/>
                <a:gd name="connsiteY37" fmla="*/ 2760518 h 3734631"/>
                <a:gd name="connsiteX38" fmla="*/ 407216 w 4569687"/>
                <a:gd name="connsiteY38" fmla="*/ 2353302 h 3734631"/>
                <a:gd name="connsiteX39" fmla="*/ 489284 w 4569687"/>
                <a:gd name="connsiteY39" fmla="*/ 2361575 h 3734631"/>
                <a:gd name="connsiteX40" fmla="*/ 508084 w 4569687"/>
                <a:gd name="connsiteY40" fmla="*/ 2367411 h 3734631"/>
                <a:gd name="connsiteX41" fmla="*/ 503849 w 4569687"/>
                <a:gd name="connsiteY41" fmla="*/ 2325400 h 3734631"/>
                <a:gd name="connsiteX42" fmla="*/ 1121688 w 4569687"/>
                <a:gd name="connsiteY42" fmla="*/ 1707561 h 3734631"/>
                <a:gd name="connsiteX43" fmla="*/ 1246204 w 4569687"/>
                <a:gd name="connsiteY43" fmla="*/ 1720113 h 3734631"/>
                <a:gd name="connsiteX44" fmla="*/ 1284356 w 4569687"/>
                <a:gd name="connsiteY44" fmla="*/ 1731957 h 3734631"/>
                <a:gd name="connsiteX45" fmla="*/ 1305976 w 4569687"/>
                <a:gd name="connsiteY45" fmla="*/ 1705754 h 3734631"/>
                <a:gd name="connsiteX46" fmla="*/ 1742854 w 4569687"/>
                <a:gd name="connsiteY46" fmla="*/ 1524793 h 3734631"/>
                <a:gd name="connsiteX47" fmla="*/ 1760288 w 4569687"/>
                <a:gd name="connsiteY47" fmla="*/ 1526551 h 3734631"/>
                <a:gd name="connsiteX48" fmla="*/ 1748032 w 4569687"/>
                <a:gd name="connsiteY48" fmla="*/ 1487068 h 3734631"/>
                <a:gd name="connsiteX49" fmla="*/ 1742854 w 4569687"/>
                <a:gd name="connsiteY49" fmla="*/ 1435701 h 3734631"/>
                <a:gd name="connsiteX50" fmla="*/ 1946367 w 4569687"/>
                <a:gd name="connsiteY50" fmla="*/ 1185999 h 3734631"/>
                <a:gd name="connsiteX51" fmla="*/ 1956892 w 4569687"/>
                <a:gd name="connsiteY51" fmla="*/ 1184938 h 3734631"/>
                <a:gd name="connsiteX52" fmla="*/ 1963928 w 4569687"/>
                <a:gd name="connsiteY52" fmla="*/ 1115143 h 3734631"/>
                <a:gd name="connsiteX53" fmla="*/ 2450363 w 4569687"/>
                <a:gd name="connsiteY53" fmla="*/ 718687 h 3734631"/>
                <a:gd name="connsiteX54" fmla="*/ 2520904 w 4569687"/>
                <a:gd name="connsiteY54" fmla="*/ 725798 h 3734631"/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34207 w 4569687"/>
                <a:gd name="connsiteY30" fmla="*/ 3340352 h 3734631"/>
                <a:gd name="connsiteX31" fmla="*/ 1046262 w 4569687"/>
                <a:gd name="connsiteY31" fmla="*/ 3459623 h 3734631"/>
                <a:gd name="connsiteX32" fmla="*/ 647319 w 4569687"/>
                <a:gd name="connsiteY32" fmla="*/ 3134475 h 3734631"/>
                <a:gd name="connsiteX33" fmla="*/ 642925 w 4569687"/>
                <a:gd name="connsiteY33" fmla="*/ 3090891 h 3734631"/>
                <a:gd name="connsiteX34" fmla="*/ 634894 w 4569687"/>
                <a:gd name="connsiteY34" fmla="*/ 3098188 h 3734631"/>
                <a:gd name="connsiteX35" fmla="*/ 407216 w 4569687"/>
                <a:gd name="connsiteY35" fmla="*/ 3167734 h 3734631"/>
                <a:gd name="connsiteX36" fmla="*/ 0 w 4569687"/>
                <a:gd name="connsiteY36" fmla="*/ 2760518 h 3734631"/>
                <a:gd name="connsiteX37" fmla="*/ 407216 w 4569687"/>
                <a:gd name="connsiteY37" fmla="*/ 2353302 h 3734631"/>
                <a:gd name="connsiteX38" fmla="*/ 489284 w 4569687"/>
                <a:gd name="connsiteY38" fmla="*/ 2361575 h 3734631"/>
                <a:gd name="connsiteX39" fmla="*/ 508084 w 4569687"/>
                <a:gd name="connsiteY39" fmla="*/ 2367411 h 3734631"/>
                <a:gd name="connsiteX40" fmla="*/ 503849 w 4569687"/>
                <a:gd name="connsiteY40" fmla="*/ 2325400 h 3734631"/>
                <a:gd name="connsiteX41" fmla="*/ 1121688 w 4569687"/>
                <a:gd name="connsiteY41" fmla="*/ 1707561 h 3734631"/>
                <a:gd name="connsiteX42" fmla="*/ 1246204 w 4569687"/>
                <a:gd name="connsiteY42" fmla="*/ 1720113 h 3734631"/>
                <a:gd name="connsiteX43" fmla="*/ 1284356 w 4569687"/>
                <a:gd name="connsiteY43" fmla="*/ 1731957 h 3734631"/>
                <a:gd name="connsiteX44" fmla="*/ 1305976 w 4569687"/>
                <a:gd name="connsiteY44" fmla="*/ 1705754 h 3734631"/>
                <a:gd name="connsiteX45" fmla="*/ 1742854 w 4569687"/>
                <a:gd name="connsiteY45" fmla="*/ 1524793 h 3734631"/>
                <a:gd name="connsiteX46" fmla="*/ 1760288 w 4569687"/>
                <a:gd name="connsiteY46" fmla="*/ 1526551 h 3734631"/>
                <a:gd name="connsiteX47" fmla="*/ 1748032 w 4569687"/>
                <a:gd name="connsiteY47" fmla="*/ 1487068 h 3734631"/>
                <a:gd name="connsiteX48" fmla="*/ 1742854 w 4569687"/>
                <a:gd name="connsiteY48" fmla="*/ 1435701 h 3734631"/>
                <a:gd name="connsiteX49" fmla="*/ 1946367 w 4569687"/>
                <a:gd name="connsiteY49" fmla="*/ 1185999 h 3734631"/>
                <a:gd name="connsiteX50" fmla="*/ 1956892 w 4569687"/>
                <a:gd name="connsiteY50" fmla="*/ 1184938 h 3734631"/>
                <a:gd name="connsiteX51" fmla="*/ 1963928 w 4569687"/>
                <a:gd name="connsiteY51" fmla="*/ 1115143 h 3734631"/>
                <a:gd name="connsiteX52" fmla="*/ 2450363 w 4569687"/>
                <a:gd name="connsiteY52" fmla="*/ 718687 h 3734631"/>
                <a:gd name="connsiteX53" fmla="*/ 2520904 w 4569687"/>
                <a:gd name="connsiteY53" fmla="*/ 725798 h 3734631"/>
                <a:gd name="connsiteX54" fmla="*/ 2611712 w 4569687"/>
                <a:gd name="connsiteY54" fmla="*/ 0 h 3734631"/>
                <a:gd name="connsiteX0" fmla="*/ 2611712 w 4569687"/>
                <a:gd name="connsiteY0" fmla="*/ 0 h 3743131"/>
                <a:gd name="connsiteX1" fmla="*/ 2927539 w 4569687"/>
                <a:gd name="connsiteY1" fmla="*/ 0 h 3743131"/>
                <a:gd name="connsiteX2" fmla="*/ 3010471 w 4569687"/>
                <a:gd name="connsiteY2" fmla="*/ 662843 h 3743131"/>
                <a:gd name="connsiteX3" fmla="*/ 3062414 w 4569687"/>
                <a:gd name="connsiteY3" fmla="*/ 672782 h 3743131"/>
                <a:gd name="connsiteX4" fmla="*/ 3375104 w 4569687"/>
                <a:gd name="connsiteY4" fmla="*/ 893768 h 3743131"/>
                <a:gd name="connsiteX5" fmla="*/ 3401966 w 4569687"/>
                <a:gd name="connsiteY5" fmla="*/ 943258 h 3743131"/>
                <a:gd name="connsiteX6" fmla="*/ 3444529 w 4569687"/>
                <a:gd name="connsiteY6" fmla="*/ 938967 h 3743131"/>
                <a:gd name="connsiteX7" fmla="*/ 3941882 w 4569687"/>
                <a:gd name="connsiteY7" fmla="*/ 1268635 h 3743131"/>
                <a:gd name="connsiteX8" fmla="*/ 3950232 w 4569687"/>
                <a:gd name="connsiteY8" fmla="*/ 1295533 h 3743131"/>
                <a:gd name="connsiteX9" fmla="*/ 3968452 w 4569687"/>
                <a:gd name="connsiteY9" fmla="*/ 1289878 h 3743131"/>
                <a:gd name="connsiteX10" fmla="*/ 4041773 w 4569687"/>
                <a:gd name="connsiteY10" fmla="*/ 1282486 h 3743131"/>
                <a:gd name="connsiteX11" fmla="*/ 4398197 w 4569687"/>
                <a:gd name="connsiteY11" fmla="*/ 1572980 h 3743131"/>
                <a:gd name="connsiteX12" fmla="*/ 4401113 w 4569687"/>
                <a:gd name="connsiteY12" fmla="*/ 1601912 h 3743131"/>
                <a:gd name="connsiteX13" fmla="*/ 4509768 w 4569687"/>
                <a:gd name="connsiteY13" fmla="*/ 1612865 h 3743131"/>
                <a:gd name="connsiteX14" fmla="*/ 4569687 w 4569687"/>
                <a:gd name="connsiteY14" fmla="*/ 1630661 h 3743131"/>
                <a:gd name="connsiteX15" fmla="*/ 4569687 w 4569687"/>
                <a:gd name="connsiteY15" fmla="*/ 3685776 h 3743131"/>
                <a:gd name="connsiteX16" fmla="*/ 4479175 w 4569687"/>
                <a:gd name="connsiteY16" fmla="*/ 3694900 h 3743131"/>
                <a:gd name="connsiteX17" fmla="*/ 4083674 w 4569687"/>
                <a:gd name="connsiteY17" fmla="*/ 3574092 h 3743131"/>
                <a:gd name="connsiteX18" fmla="*/ 4051094 w 4569687"/>
                <a:gd name="connsiteY18" fmla="*/ 3547210 h 3743131"/>
                <a:gd name="connsiteX19" fmla="*/ 4009782 w 4569687"/>
                <a:gd name="connsiteY19" fmla="*/ 3581295 h 3743131"/>
                <a:gd name="connsiteX20" fmla="*/ 3782104 w 4569687"/>
                <a:gd name="connsiteY20" fmla="*/ 3650841 h 3743131"/>
                <a:gd name="connsiteX21" fmla="*/ 3494159 w 4569687"/>
                <a:gd name="connsiteY21" fmla="*/ 3531570 h 3743131"/>
                <a:gd name="connsiteX22" fmla="*/ 3452428 w 4569687"/>
                <a:gd name="connsiteY22" fmla="*/ 3480992 h 3743131"/>
                <a:gd name="connsiteX23" fmla="*/ 3441126 w 4569687"/>
                <a:gd name="connsiteY23" fmla="*/ 3501813 h 3743131"/>
                <a:gd name="connsiteX24" fmla="*/ 3103456 w 4569687"/>
                <a:gd name="connsiteY24" fmla="*/ 3681351 h 3743131"/>
                <a:gd name="connsiteX25" fmla="*/ 2815511 w 4569687"/>
                <a:gd name="connsiteY25" fmla="*/ 3562080 h 3743131"/>
                <a:gd name="connsiteX26" fmla="*/ 2772231 w 4569687"/>
                <a:gd name="connsiteY26" fmla="*/ 3509625 h 3743131"/>
                <a:gd name="connsiteX27" fmla="*/ 2697608 w 4569687"/>
                <a:gd name="connsiteY27" fmla="*/ 3571194 h 3743131"/>
                <a:gd name="connsiteX28" fmla="*/ 2162552 w 4569687"/>
                <a:gd name="connsiteY28" fmla="*/ 3734631 h 3743131"/>
                <a:gd name="connsiteX29" fmla="*/ 1334207 w 4569687"/>
                <a:gd name="connsiteY29" fmla="*/ 3340352 h 3743131"/>
                <a:gd name="connsiteX30" fmla="*/ 1046262 w 4569687"/>
                <a:gd name="connsiteY30" fmla="*/ 3459623 h 3743131"/>
                <a:gd name="connsiteX31" fmla="*/ 647319 w 4569687"/>
                <a:gd name="connsiteY31" fmla="*/ 3134475 h 3743131"/>
                <a:gd name="connsiteX32" fmla="*/ 642925 w 4569687"/>
                <a:gd name="connsiteY32" fmla="*/ 3090891 h 3743131"/>
                <a:gd name="connsiteX33" fmla="*/ 634894 w 4569687"/>
                <a:gd name="connsiteY33" fmla="*/ 3098188 h 3743131"/>
                <a:gd name="connsiteX34" fmla="*/ 407216 w 4569687"/>
                <a:gd name="connsiteY34" fmla="*/ 3167734 h 3743131"/>
                <a:gd name="connsiteX35" fmla="*/ 0 w 4569687"/>
                <a:gd name="connsiteY35" fmla="*/ 2760518 h 3743131"/>
                <a:gd name="connsiteX36" fmla="*/ 407216 w 4569687"/>
                <a:gd name="connsiteY36" fmla="*/ 2353302 h 3743131"/>
                <a:gd name="connsiteX37" fmla="*/ 489284 w 4569687"/>
                <a:gd name="connsiteY37" fmla="*/ 2361575 h 3743131"/>
                <a:gd name="connsiteX38" fmla="*/ 508084 w 4569687"/>
                <a:gd name="connsiteY38" fmla="*/ 2367411 h 3743131"/>
                <a:gd name="connsiteX39" fmla="*/ 503849 w 4569687"/>
                <a:gd name="connsiteY39" fmla="*/ 2325400 h 3743131"/>
                <a:gd name="connsiteX40" fmla="*/ 1121688 w 4569687"/>
                <a:gd name="connsiteY40" fmla="*/ 1707561 h 3743131"/>
                <a:gd name="connsiteX41" fmla="*/ 1246204 w 4569687"/>
                <a:gd name="connsiteY41" fmla="*/ 1720113 h 3743131"/>
                <a:gd name="connsiteX42" fmla="*/ 1284356 w 4569687"/>
                <a:gd name="connsiteY42" fmla="*/ 1731957 h 3743131"/>
                <a:gd name="connsiteX43" fmla="*/ 1305976 w 4569687"/>
                <a:gd name="connsiteY43" fmla="*/ 1705754 h 3743131"/>
                <a:gd name="connsiteX44" fmla="*/ 1742854 w 4569687"/>
                <a:gd name="connsiteY44" fmla="*/ 1524793 h 3743131"/>
                <a:gd name="connsiteX45" fmla="*/ 1760288 w 4569687"/>
                <a:gd name="connsiteY45" fmla="*/ 1526551 h 3743131"/>
                <a:gd name="connsiteX46" fmla="*/ 1748032 w 4569687"/>
                <a:gd name="connsiteY46" fmla="*/ 1487068 h 3743131"/>
                <a:gd name="connsiteX47" fmla="*/ 1742854 w 4569687"/>
                <a:gd name="connsiteY47" fmla="*/ 1435701 h 3743131"/>
                <a:gd name="connsiteX48" fmla="*/ 1946367 w 4569687"/>
                <a:gd name="connsiteY48" fmla="*/ 1185999 h 3743131"/>
                <a:gd name="connsiteX49" fmla="*/ 1956892 w 4569687"/>
                <a:gd name="connsiteY49" fmla="*/ 1184938 h 3743131"/>
                <a:gd name="connsiteX50" fmla="*/ 1963928 w 4569687"/>
                <a:gd name="connsiteY50" fmla="*/ 1115143 h 3743131"/>
                <a:gd name="connsiteX51" fmla="*/ 2450363 w 4569687"/>
                <a:gd name="connsiteY51" fmla="*/ 718687 h 3743131"/>
                <a:gd name="connsiteX52" fmla="*/ 2520904 w 4569687"/>
                <a:gd name="connsiteY52" fmla="*/ 725798 h 3743131"/>
                <a:gd name="connsiteX53" fmla="*/ 2611712 w 4569687"/>
                <a:gd name="connsiteY53" fmla="*/ 0 h 3743131"/>
                <a:gd name="connsiteX0" fmla="*/ 2611712 w 4569687"/>
                <a:gd name="connsiteY0" fmla="*/ 0 h 3741630"/>
                <a:gd name="connsiteX1" fmla="*/ 2927539 w 4569687"/>
                <a:gd name="connsiteY1" fmla="*/ 0 h 3741630"/>
                <a:gd name="connsiteX2" fmla="*/ 3010471 w 4569687"/>
                <a:gd name="connsiteY2" fmla="*/ 662843 h 3741630"/>
                <a:gd name="connsiteX3" fmla="*/ 3062414 w 4569687"/>
                <a:gd name="connsiteY3" fmla="*/ 672782 h 3741630"/>
                <a:gd name="connsiteX4" fmla="*/ 3375104 w 4569687"/>
                <a:gd name="connsiteY4" fmla="*/ 893768 h 3741630"/>
                <a:gd name="connsiteX5" fmla="*/ 3401966 w 4569687"/>
                <a:gd name="connsiteY5" fmla="*/ 943258 h 3741630"/>
                <a:gd name="connsiteX6" fmla="*/ 3444529 w 4569687"/>
                <a:gd name="connsiteY6" fmla="*/ 938967 h 3741630"/>
                <a:gd name="connsiteX7" fmla="*/ 3941882 w 4569687"/>
                <a:gd name="connsiteY7" fmla="*/ 1268635 h 3741630"/>
                <a:gd name="connsiteX8" fmla="*/ 3950232 w 4569687"/>
                <a:gd name="connsiteY8" fmla="*/ 1295533 h 3741630"/>
                <a:gd name="connsiteX9" fmla="*/ 3968452 w 4569687"/>
                <a:gd name="connsiteY9" fmla="*/ 1289878 h 3741630"/>
                <a:gd name="connsiteX10" fmla="*/ 4041773 w 4569687"/>
                <a:gd name="connsiteY10" fmla="*/ 1282486 h 3741630"/>
                <a:gd name="connsiteX11" fmla="*/ 4398197 w 4569687"/>
                <a:gd name="connsiteY11" fmla="*/ 1572980 h 3741630"/>
                <a:gd name="connsiteX12" fmla="*/ 4401113 w 4569687"/>
                <a:gd name="connsiteY12" fmla="*/ 1601912 h 3741630"/>
                <a:gd name="connsiteX13" fmla="*/ 4509768 w 4569687"/>
                <a:gd name="connsiteY13" fmla="*/ 1612865 h 3741630"/>
                <a:gd name="connsiteX14" fmla="*/ 4569687 w 4569687"/>
                <a:gd name="connsiteY14" fmla="*/ 1630661 h 3741630"/>
                <a:gd name="connsiteX15" fmla="*/ 4569687 w 4569687"/>
                <a:gd name="connsiteY15" fmla="*/ 3685776 h 3741630"/>
                <a:gd name="connsiteX16" fmla="*/ 4479175 w 4569687"/>
                <a:gd name="connsiteY16" fmla="*/ 3694900 h 3741630"/>
                <a:gd name="connsiteX17" fmla="*/ 4083674 w 4569687"/>
                <a:gd name="connsiteY17" fmla="*/ 3574092 h 3741630"/>
                <a:gd name="connsiteX18" fmla="*/ 4051094 w 4569687"/>
                <a:gd name="connsiteY18" fmla="*/ 3547210 h 3741630"/>
                <a:gd name="connsiteX19" fmla="*/ 4009782 w 4569687"/>
                <a:gd name="connsiteY19" fmla="*/ 3581295 h 3741630"/>
                <a:gd name="connsiteX20" fmla="*/ 3782104 w 4569687"/>
                <a:gd name="connsiteY20" fmla="*/ 3650841 h 3741630"/>
                <a:gd name="connsiteX21" fmla="*/ 3494159 w 4569687"/>
                <a:gd name="connsiteY21" fmla="*/ 3531570 h 3741630"/>
                <a:gd name="connsiteX22" fmla="*/ 3452428 w 4569687"/>
                <a:gd name="connsiteY22" fmla="*/ 3480992 h 3741630"/>
                <a:gd name="connsiteX23" fmla="*/ 3441126 w 4569687"/>
                <a:gd name="connsiteY23" fmla="*/ 3501813 h 3741630"/>
                <a:gd name="connsiteX24" fmla="*/ 3103456 w 4569687"/>
                <a:gd name="connsiteY24" fmla="*/ 3681351 h 3741630"/>
                <a:gd name="connsiteX25" fmla="*/ 2815511 w 4569687"/>
                <a:gd name="connsiteY25" fmla="*/ 3562080 h 3741630"/>
                <a:gd name="connsiteX26" fmla="*/ 2772231 w 4569687"/>
                <a:gd name="connsiteY26" fmla="*/ 3509625 h 3741630"/>
                <a:gd name="connsiteX27" fmla="*/ 2697608 w 4569687"/>
                <a:gd name="connsiteY27" fmla="*/ 3571194 h 3741630"/>
                <a:gd name="connsiteX28" fmla="*/ 2162552 w 4569687"/>
                <a:gd name="connsiteY28" fmla="*/ 3734631 h 3741630"/>
                <a:gd name="connsiteX29" fmla="*/ 1390478 w 4569687"/>
                <a:gd name="connsiteY29" fmla="*/ 3368488 h 3741630"/>
                <a:gd name="connsiteX30" fmla="*/ 1046262 w 4569687"/>
                <a:gd name="connsiteY30" fmla="*/ 3459623 h 3741630"/>
                <a:gd name="connsiteX31" fmla="*/ 647319 w 4569687"/>
                <a:gd name="connsiteY31" fmla="*/ 3134475 h 3741630"/>
                <a:gd name="connsiteX32" fmla="*/ 642925 w 4569687"/>
                <a:gd name="connsiteY32" fmla="*/ 3090891 h 3741630"/>
                <a:gd name="connsiteX33" fmla="*/ 634894 w 4569687"/>
                <a:gd name="connsiteY33" fmla="*/ 3098188 h 3741630"/>
                <a:gd name="connsiteX34" fmla="*/ 407216 w 4569687"/>
                <a:gd name="connsiteY34" fmla="*/ 3167734 h 3741630"/>
                <a:gd name="connsiteX35" fmla="*/ 0 w 4569687"/>
                <a:gd name="connsiteY35" fmla="*/ 2760518 h 3741630"/>
                <a:gd name="connsiteX36" fmla="*/ 407216 w 4569687"/>
                <a:gd name="connsiteY36" fmla="*/ 2353302 h 3741630"/>
                <a:gd name="connsiteX37" fmla="*/ 489284 w 4569687"/>
                <a:gd name="connsiteY37" fmla="*/ 2361575 h 3741630"/>
                <a:gd name="connsiteX38" fmla="*/ 508084 w 4569687"/>
                <a:gd name="connsiteY38" fmla="*/ 2367411 h 3741630"/>
                <a:gd name="connsiteX39" fmla="*/ 503849 w 4569687"/>
                <a:gd name="connsiteY39" fmla="*/ 2325400 h 3741630"/>
                <a:gd name="connsiteX40" fmla="*/ 1121688 w 4569687"/>
                <a:gd name="connsiteY40" fmla="*/ 1707561 h 3741630"/>
                <a:gd name="connsiteX41" fmla="*/ 1246204 w 4569687"/>
                <a:gd name="connsiteY41" fmla="*/ 1720113 h 3741630"/>
                <a:gd name="connsiteX42" fmla="*/ 1284356 w 4569687"/>
                <a:gd name="connsiteY42" fmla="*/ 1731957 h 3741630"/>
                <a:gd name="connsiteX43" fmla="*/ 1305976 w 4569687"/>
                <a:gd name="connsiteY43" fmla="*/ 1705754 h 3741630"/>
                <a:gd name="connsiteX44" fmla="*/ 1742854 w 4569687"/>
                <a:gd name="connsiteY44" fmla="*/ 1524793 h 3741630"/>
                <a:gd name="connsiteX45" fmla="*/ 1760288 w 4569687"/>
                <a:gd name="connsiteY45" fmla="*/ 1526551 h 3741630"/>
                <a:gd name="connsiteX46" fmla="*/ 1748032 w 4569687"/>
                <a:gd name="connsiteY46" fmla="*/ 1487068 h 3741630"/>
                <a:gd name="connsiteX47" fmla="*/ 1742854 w 4569687"/>
                <a:gd name="connsiteY47" fmla="*/ 1435701 h 3741630"/>
                <a:gd name="connsiteX48" fmla="*/ 1946367 w 4569687"/>
                <a:gd name="connsiteY48" fmla="*/ 1185999 h 3741630"/>
                <a:gd name="connsiteX49" fmla="*/ 1956892 w 4569687"/>
                <a:gd name="connsiteY49" fmla="*/ 1184938 h 3741630"/>
                <a:gd name="connsiteX50" fmla="*/ 1963928 w 4569687"/>
                <a:gd name="connsiteY50" fmla="*/ 1115143 h 3741630"/>
                <a:gd name="connsiteX51" fmla="*/ 2450363 w 4569687"/>
                <a:gd name="connsiteY51" fmla="*/ 718687 h 3741630"/>
                <a:gd name="connsiteX52" fmla="*/ 2520904 w 4569687"/>
                <a:gd name="connsiteY52" fmla="*/ 725798 h 3741630"/>
                <a:gd name="connsiteX53" fmla="*/ 2611712 w 4569687"/>
                <a:gd name="connsiteY53" fmla="*/ 0 h 37416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0429EA9-A20D-4800-80F6-48970138B795}"/>
                </a:ext>
              </a:extLst>
            </p:cNvPr>
            <p:cNvGrpSpPr/>
            <p:nvPr userDrawn="1"/>
          </p:nvGrpSpPr>
          <p:grpSpPr>
            <a:xfrm>
              <a:off x="6992136" y="387072"/>
              <a:ext cx="704897" cy="1355021"/>
              <a:chOff x="5304862" y="-789923"/>
              <a:chExt cx="645890" cy="1241591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4817FF4C-CE41-4E26-9FB9-CB745F3234F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16" name="이등변 삼각형 49">
                  <a:extLst>
                    <a:ext uri="{FF2B5EF4-FFF2-40B4-BE49-F238E27FC236}">
                      <a16:creationId xmlns:a16="http://schemas.microsoft.com/office/drawing/2014/main" id="{688B8353-32F5-4D6E-81D9-D597B60FA9D3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자유형: 도형 16">
                  <a:extLst>
                    <a:ext uri="{FF2B5EF4-FFF2-40B4-BE49-F238E27FC236}">
                      <a16:creationId xmlns:a16="http://schemas.microsoft.com/office/drawing/2014/main" id="{155478D4-44EA-48AE-860F-E368AD673D03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1861CCC0-CB32-42D2-947D-1907817DDDAE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E3ED5D5D-DC92-4BF6-B431-CE8E43382FD0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57F372C6-9816-462E-83F5-DFD56E8AF164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F07321F0-763D-431A-87E5-1BD5F333CAE1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D39A1E25-A8B6-4EE4-8AC8-D262A0C0D580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987824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411510"/>
            <a:ext cx="2303282" cy="136815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1779662"/>
            <a:ext cx="2303282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5AC382A-C3B5-4BE0-B805-8F9094AFD7DC}"/>
              </a:ext>
            </a:extLst>
          </p:cNvPr>
          <p:cNvGrpSpPr/>
          <p:nvPr userDrawn="1"/>
        </p:nvGrpSpPr>
        <p:grpSpPr>
          <a:xfrm>
            <a:off x="0" y="2571749"/>
            <a:ext cx="2984923" cy="2571751"/>
            <a:chOff x="0" y="2571749"/>
            <a:chExt cx="2984923" cy="2571751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0" y="4032469"/>
              <a:ext cx="2984923" cy="1111031"/>
              <a:chOff x="0" y="4032469"/>
              <a:chExt cx="2984923" cy="1111031"/>
            </a:xfrm>
          </p:grpSpPr>
          <p:sp>
            <p:nvSpPr>
              <p:cNvPr id="2" name="Rectangle 1"/>
              <p:cNvSpPr/>
              <p:nvPr userDrawn="1"/>
            </p:nvSpPr>
            <p:spPr>
              <a:xfrm>
                <a:off x="2527176" y="4443958"/>
                <a:ext cx="457200" cy="6995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" name="Oval 2"/>
              <p:cNvSpPr/>
              <p:nvPr userDrawn="1"/>
            </p:nvSpPr>
            <p:spPr>
              <a:xfrm>
                <a:off x="2128455" y="4032469"/>
                <a:ext cx="856468" cy="85646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/>
              <p:cNvSpPr/>
              <p:nvPr userDrawn="1"/>
            </p:nvSpPr>
            <p:spPr>
              <a:xfrm>
                <a:off x="0" y="4363963"/>
                <a:ext cx="449249" cy="7795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Oval 8"/>
              <p:cNvSpPr/>
              <p:nvPr userDrawn="1"/>
            </p:nvSpPr>
            <p:spPr>
              <a:xfrm>
                <a:off x="0" y="411702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A909D931-338B-4F68-B73A-DDF2CA17DD12}"/>
                </a:ext>
              </a:extLst>
            </p:cNvPr>
            <p:cNvSpPr/>
            <p:nvPr userDrawn="1"/>
          </p:nvSpPr>
          <p:spPr>
            <a:xfrm>
              <a:off x="0" y="3170955"/>
              <a:ext cx="2544134" cy="1972545"/>
            </a:xfrm>
            <a:custGeom>
              <a:avLst/>
              <a:gdLst>
                <a:gd name="connsiteX0" fmla="*/ 1395974 w 2544134"/>
                <a:gd name="connsiteY0" fmla="*/ 0 h 1972545"/>
                <a:gd name="connsiteX1" fmla="*/ 1581175 w 2544134"/>
                <a:gd name="connsiteY1" fmla="*/ 0 h 1972545"/>
                <a:gd name="connsiteX2" fmla="*/ 1629807 w 2544134"/>
                <a:gd name="connsiteY2" fmla="*/ 388693 h 1972545"/>
                <a:gd name="connsiteX3" fmla="*/ 1660266 w 2544134"/>
                <a:gd name="connsiteY3" fmla="*/ 394521 h 1972545"/>
                <a:gd name="connsiteX4" fmla="*/ 1843628 w 2544134"/>
                <a:gd name="connsiteY4" fmla="*/ 524107 h 1972545"/>
                <a:gd name="connsiteX5" fmla="*/ 1859380 w 2544134"/>
                <a:gd name="connsiteY5" fmla="*/ 553128 h 1972545"/>
                <a:gd name="connsiteX6" fmla="*/ 1884339 w 2544134"/>
                <a:gd name="connsiteY6" fmla="*/ 550612 h 1972545"/>
                <a:gd name="connsiteX7" fmla="*/ 2175988 w 2544134"/>
                <a:gd name="connsiteY7" fmla="*/ 743930 h 1972545"/>
                <a:gd name="connsiteX8" fmla="*/ 2180885 w 2544134"/>
                <a:gd name="connsiteY8" fmla="*/ 759703 h 1972545"/>
                <a:gd name="connsiteX9" fmla="*/ 2191569 w 2544134"/>
                <a:gd name="connsiteY9" fmla="*/ 756387 h 1972545"/>
                <a:gd name="connsiteX10" fmla="*/ 2234564 w 2544134"/>
                <a:gd name="connsiteY10" fmla="*/ 752052 h 1972545"/>
                <a:gd name="connsiteX11" fmla="*/ 2443572 w 2544134"/>
                <a:gd name="connsiteY11" fmla="*/ 922399 h 1972545"/>
                <a:gd name="connsiteX12" fmla="*/ 2445282 w 2544134"/>
                <a:gd name="connsiteY12" fmla="*/ 939364 h 1972545"/>
                <a:gd name="connsiteX13" fmla="*/ 2508998 w 2544134"/>
                <a:gd name="connsiteY13" fmla="*/ 945787 h 1972545"/>
                <a:gd name="connsiteX14" fmla="*/ 2544134 w 2544134"/>
                <a:gd name="connsiteY14" fmla="*/ 956223 h 1972545"/>
                <a:gd name="connsiteX15" fmla="*/ 2544134 w 2544134"/>
                <a:gd name="connsiteY15" fmla="*/ 1972545 h 1972545"/>
                <a:gd name="connsiteX16" fmla="*/ 354884 w 2544134"/>
                <a:gd name="connsiteY16" fmla="*/ 1972545 h 1972545"/>
                <a:gd name="connsiteX17" fmla="*/ 342134 w 2544134"/>
                <a:gd name="connsiteY17" fmla="*/ 1965625 h 1972545"/>
                <a:gd name="connsiteX18" fmla="*/ 244050 w 2544134"/>
                <a:gd name="connsiteY18" fmla="*/ 1838062 h 1972545"/>
                <a:gd name="connsiteX19" fmla="*/ 241474 w 2544134"/>
                <a:gd name="connsiteY19" fmla="*/ 1812505 h 1972545"/>
                <a:gd name="connsiteX20" fmla="*/ 236764 w 2544134"/>
                <a:gd name="connsiteY20" fmla="*/ 1816784 h 1972545"/>
                <a:gd name="connsiteX21" fmla="*/ 103253 w 2544134"/>
                <a:gd name="connsiteY21" fmla="*/ 1857566 h 1972545"/>
                <a:gd name="connsiteX22" fmla="*/ 10304 w 2544134"/>
                <a:gd name="connsiteY22" fmla="*/ 1838801 h 1972545"/>
                <a:gd name="connsiteX23" fmla="*/ 0 w 2544134"/>
                <a:gd name="connsiteY23" fmla="*/ 1833208 h 1972545"/>
                <a:gd name="connsiteX24" fmla="*/ 0 w 2544134"/>
                <a:gd name="connsiteY24" fmla="*/ 1404340 h 1972545"/>
                <a:gd name="connsiteX25" fmla="*/ 10304 w 2544134"/>
                <a:gd name="connsiteY25" fmla="*/ 1398747 h 1972545"/>
                <a:gd name="connsiteX26" fmla="*/ 103253 w 2544134"/>
                <a:gd name="connsiteY26" fmla="*/ 1379981 h 1972545"/>
                <a:gd name="connsiteX27" fmla="*/ 151378 w 2544134"/>
                <a:gd name="connsiteY27" fmla="*/ 1384832 h 1972545"/>
                <a:gd name="connsiteX28" fmla="*/ 162402 w 2544134"/>
                <a:gd name="connsiteY28" fmla="*/ 1388255 h 1972545"/>
                <a:gd name="connsiteX29" fmla="*/ 159919 w 2544134"/>
                <a:gd name="connsiteY29" fmla="*/ 1363619 h 1972545"/>
                <a:gd name="connsiteX30" fmla="*/ 522221 w 2544134"/>
                <a:gd name="connsiteY30" fmla="*/ 1001317 h 1972545"/>
                <a:gd name="connsiteX31" fmla="*/ 595237 w 2544134"/>
                <a:gd name="connsiteY31" fmla="*/ 1008678 h 1972545"/>
                <a:gd name="connsiteX32" fmla="*/ 617610 w 2544134"/>
                <a:gd name="connsiteY32" fmla="*/ 1015623 h 1972545"/>
                <a:gd name="connsiteX33" fmla="*/ 630288 w 2544134"/>
                <a:gd name="connsiteY33" fmla="*/ 1000258 h 1972545"/>
                <a:gd name="connsiteX34" fmla="*/ 886474 w 2544134"/>
                <a:gd name="connsiteY34" fmla="*/ 894142 h 1972545"/>
                <a:gd name="connsiteX35" fmla="*/ 896697 w 2544134"/>
                <a:gd name="connsiteY35" fmla="*/ 895173 h 1972545"/>
                <a:gd name="connsiteX36" fmla="*/ 889510 w 2544134"/>
                <a:gd name="connsiteY36" fmla="*/ 872020 h 1972545"/>
                <a:gd name="connsiteX37" fmla="*/ 886474 w 2544134"/>
                <a:gd name="connsiteY37" fmla="*/ 841898 h 1972545"/>
                <a:gd name="connsiteX38" fmla="*/ 1005814 w 2544134"/>
                <a:gd name="connsiteY38" fmla="*/ 695472 h 1972545"/>
                <a:gd name="connsiteX39" fmla="*/ 1011986 w 2544134"/>
                <a:gd name="connsiteY39" fmla="*/ 694850 h 1972545"/>
                <a:gd name="connsiteX40" fmla="*/ 1016112 w 2544134"/>
                <a:gd name="connsiteY40" fmla="*/ 653922 h 1972545"/>
                <a:gd name="connsiteX41" fmla="*/ 1301359 w 2544134"/>
                <a:gd name="connsiteY41" fmla="*/ 421440 h 1972545"/>
                <a:gd name="connsiteX42" fmla="*/ 1342724 w 2544134"/>
                <a:gd name="connsiteY42" fmla="*/ 425610 h 197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44134" h="1972545">
                  <a:moveTo>
                    <a:pt x="1395974" y="0"/>
                  </a:moveTo>
                  <a:lnTo>
                    <a:pt x="1581175" y="0"/>
                  </a:lnTo>
                  <a:lnTo>
                    <a:pt x="1629807" y="388693"/>
                  </a:lnTo>
                  <a:lnTo>
                    <a:pt x="1660266" y="394521"/>
                  </a:lnTo>
                  <a:cubicBezTo>
                    <a:pt x="1736117" y="414036"/>
                    <a:pt x="1800967" y="460961"/>
                    <a:pt x="1843628" y="524107"/>
                  </a:cubicBezTo>
                  <a:lnTo>
                    <a:pt x="1859380" y="553128"/>
                  </a:lnTo>
                  <a:lnTo>
                    <a:pt x="1884339" y="550612"/>
                  </a:lnTo>
                  <a:cubicBezTo>
                    <a:pt x="2015447" y="550612"/>
                    <a:pt x="2127937" y="630325"/>
                    <a:pt x="2175988" y="743930"/>
                  </a:cubicBezTo>
                  <a:lnTo>
                    <a:pt x="2180885" y="759703"/>
                  </a:lnTo>
                  <a:lnTo>
                    <a:pt x="2191569" y="756387"/>
                  </a:lnTo>
                  <a:cubicBezTo>
                    <a:pt x="2205457" y="753545"/>
                    <a:pt x="2219836" y="752052"/>
                    <a:pt x="2234564" y="752052"/>
                  </a:cubicBezTo>
                  <a:cubicBezTo>
                    <a:pt x="2337661" y="752052"/>
                    <a:pt x="2423678" y="825183"/>
                    <a:pt x="2443572" y="922399"/>
                  </a:cubicBezTo>
                  <a:lnTo>
                    <a:pt x="2445282" y="939364"/>
                  </a:lnTo>
                  <a:lnTo>
                    <a:pt x="2508998" y="945787"/>
                  </a:lnTo>
                  <a:lnTo>
                    <a:pt x="2544134" y="956223"/>
                  </a:lnTo>
                  <a:lnTo>
                    <a:pt x="2544134" y="1972545"/>
                  </a:lnTo>
                  <a:lnTo>
                    <a:pt x="354884" y="1972545"/>
                  </a:lnTo>
                  <a:lnTo>
                    <a:pt x="342134" y="1965625"/>
                  </a:lnTo>
                  <a:cubicBezTo>
                    <a:pt x="295511" y="1934418"/>
                    <a:pt x="255183" y="1892469"/>
                    <a:pt x="244050" y="1838062"/>
                  </a:cubicBezTo>
                  <a:lnTo>
                    <a:pt x="241474" y="1812505"/>
                  </a:lnTo>
                  <a:lnTo>
                    <a:pt x="236764" y="1816784"/>
                  </a:lnTo>
                  <a:cubicBezTo>
                    <a:pt x="198653" y="1842531"/>
                    <a:pt x="152709" y="1857566"/>
                    <a:pt x="103253" y="1857566"/>
                  </a:cubicBezTo>
                  <a:cubicBezTo>
                    <a:pt x="70283" y="1857566"/>
                    <a:pt x="38873" y="1850884"/>
                    <a:pt x="10304" y="1838801"/>
                  </a:cubicBezTo>
                  <a:lnTo>
                    <a:pt x="0" y="1833208"/>
                  </a:lnTo>
                  <a:lnTo>
                    <a:pt x="0" y="1404340"/>
                  </a:lnTo>
                  <a:lnTo>
                    <a:pt x="10304" y="1398747"/>
                  </a:lnTo>
                  <a:cubicBezTo>
                    <a:pt x="38873" y="1386663"/>
                    <a:pt x="70283" y="1379981"/>
                    <a:pt x="103253" y="1379981"/>
                  </a:cubicBezTo>
                  <a:cubicBezTo>
                    <a:pt x="119738" y="1379981"/>
                    <a:pt x="135833" y="1381652"/>
                    <a:pt x="151378" y="1384832"/>
                  </a:cubicBezTo>
                  <a:lnTo>
                    <a:pt x="162402" y="1388255"/>
                  </a:lnTo>
                  <a:lnTo>
                    <a:pt x="159919" y="1363619"/>
                  </a:lnTo>
                  <a:cubicBezTo>
                    <a:pt x="159919" y="1163525"/>
                    <a:pt x="322127" y="1001317"/>
                    <a:pt x="522221" y="1001317"/>
                  </a:cubicBezTo>
                  <a:cubicBezTo>
                    <a:pt x="547233" y="1001317"/>
                    <a:pt x="571652" y="1003852"/>
                    <a:pt x="595237" y="1008678"/>
                  </a:cubicBezTo>
                  <a:lnTo>
                    <a:pt x="617610" y="1015623"/>
                  </a:lnTo>
                  <a:lnTo>
                    <a:pt x="630288" y="1000258"/>
                  </a:lnTo>
                  <a:cubicBezTo>
                    <a:pt x="695852" y="934694"/>
                    <a:pt x="786427" y="894142"/>
                    <a:pt x="886474" y="894142"/>
                  </a:cubicBezTo>
                  <a:lnTo>
                    <a:pt x="896697" y="895173"/>
                  </a:lnTo>
                  <a:lnTo>
                    <a:pt x="889510" y="872020"/>
                  </a:lnTo>
                  <a:cubicBezTo>
                    <a:pt x="887519" y="862290"/>
                    <a:pt x="886474" y="852216"/>
                    <a:pt x="886474" y="841898"/>
                  </a:cubicBezTo>
                  <a:cubicBezTo>
                    <a:pt x="886474" y="769671"/>
                    <a:pt x="937707" y="709409"/>
                    <a:pt x="1005814" y="695472"/>
                  </a:cubicBezTo>
                  <a:lnTo>
                    <a:pt x="1011986" y="694850"/>
                  </a:lnTo>
                  <a:lnTo>
                    <a:pt x="1016112" y="653922"/>
                  </a:lnTo>
                  <a:cubicBezTo>
                    <a:pt x="1043262" y="521245"/>
                    <a:pt x="1160655" y="421440"/>
                    <a:pt x="1301359" y="421440"/>
                  </a:cubicBezTo>
                  <a:lnTo>
                    <a:pt x="1342724" y="4256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835AEBDB-6E77-465B-802B-2411CB9307EC}"/>
                </a:ext>
              </a:extLst>
            </p:cNvPr>
            <p:cNvGrpSpPr/>
            <p:nvPr userDrawn="1"/>
          </p:nvGrpSpPr>
          <p:grpSpPr>
            <a:xfrm>
              <a:off x="1278074" y="2571749"/>
              <a:ext cx="413353" cy="794587"/>
              <a:chOff x="5304862" y="-789923"/>
              <a:chExt cx="645890" cy="1241591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E76A47E-F7A7-4DA1-9B8C-D7B1A60D5D71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21" name="이등변 삼각형 49">
                  <a:extLst>
                    <a:ext uri="{FF2B5EF4-FFF2-40B4-BE49-F238E27FC236}">
                      <a16:creationId xmlns:a16="http://schemas.microsoft.com/office/drawing/2014/main" id="{67190486-51A1-4AB6-8B4F-B570F9832336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2" name="자유형: 도형 21">
                  <a:extLst>
                    <a:ext uri="{FF2B5EF4-FFF2-40B4-BE49-F238E27FC236}">
                      <a16:creationId xmlns:a16="http://schemas.microsoft.com/office/drawing/2014/main" id="{56F15390-B3DB-4D76-834D-291CE0D12AD3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자유형: 도형 22">
                  <a:extLst>
                    <a:ext uri="{FF2B5EF4-FFF2-40B4-BE49-F238E27FC236}">
                      <a16:creationId xmlns:a16="http://schemas.microsoft.com/office/drawing/2014/main" id="{3BA87288-70D8-4753-8DAA-8CA1C332EF6C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D475AD4-CA04-4B61-9BB4-408BA6A11E05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1B106404-A3F8-4193-8435-FA430BEB5473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9408417A-6F35-4CB8-93DD-4FB5074FE702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3058858D-8ACE-40F2-B778-D2BFBF4553F3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2" name="Frame 11"/>
          <p:cNvSpPr/>
          <p:nvPr userDrawn="1"/>
        </p:nvSpPr>
        <p:spPr>
          <a:xfrm>
            <a:off x="251520" y="339502"/>
            <a:ext cx="8640960" cy="4464496"/>
          </a:xfrm>
          <a:prstGeom prst="frame">
            <a:avLst>
              <a:gd name="adj1" fmla="val 123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75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llo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347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23EB7A4-0598-4887-ACB7-E8220F8DDFED}"/>
              </a:ext>
            </a:extLst>
          </p:cNvPr>
          <p:cNvGrpSpPr/>
          <p:nvPr userDrawn="1"/>
        </p:nvGrpSpPr>
        <p:grpSpPr>
          <a:xfrm>
            <a:off x="1902711" y="232356"/>
            <a:ext cx="5620059" cy="4638441"/>
            <a:chOff x="1902711" y="497586"/>
            <a:chExt cx="5620059" cy="463844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C4167999-582F-4DE1-8524-427663DA86EB}"/>
                </a:ext>
              </a:extLst>
            </p:cNvPr>
            <p:cNvGrpSpPr/>
            <p:nvPr userDrawn="1"/>
          </p:nvGrpSpPr>
          <p:grpSpPr>
            <a:xfrm>
              <a:off x="1902711" y="1537517"/>
              <a:ext cx="5620059" cy="3598510"/>
              <a:chOff x="2401342" y="248706"/>
              <a:chExt cx="5620059" cy="3598510"/>
            </a:xfrm>
            <a:solidFill>
              <a:schemeClr val="bg1"/>
            </a:solidFill>
          </p:grpSpPr>
          <p:sp>
            <p:nvSpPr>
              <p:cNvPr id="54" name="Oval 11">
                <a:extLst>
                  <a:ext uri="{FF2B5EF4-FFF2-40B4-BE49-F238E27FC236}">
                    <a16:creationId xmlns:a16="http://schemas.microsoft.com/office/drawing/2014/main" id="{36E509A3-52CE-4453-9564-E704D9C6F3F0}"/>
                  </a:ext>
                </a:extLst>
              </p:cNvPr>
              <p:cNvSpPr/>
              <p:nvPr userDrawn="1"/>
            </p:nvSpPr>
            <p:spPr>
              <a:xfrm>
                <a:off x="4283968" y="941198"/>
                <a:ext cx="956850" cy="9568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Oval 11">
                <a:extLst>
                  <a:ext uri="{FF2B5EF4-FFF2-40B4-BE49-F238E27FC236}">
                    <a16:creationId xmlns:a16="http://schemas.microsoft.com/office/drawing/2014/main" id="{D8641ACF-24EC-4119-AF47-45C5E6B69718}"/>
                  </a:ext>
                </a:extLst>
              </p:cNvPr>
              <p:cNvSpPr/>
              <p:nvPr userDrawn="1"/>
            </p:nvSpPr>
            <p:spPr>
              <a:xfrm>
                <a:off x="4080672" y="1386488"/>
                <a:ext cx="491180" cy="4911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Oval 11">
                <a:extLst>
                  <a:ext uri="{FF2B5EF4-FFF2-40B4-BE49-F238E27FC236}">
                    <a16:creationId xmlns:a16="http://schemas.microsoft.com/office/drawing/2014/main" id="{3873CDEC-688A-4EE6-8974-D80E43FF9273}"/>
                  </a:ext>
                </a:extLst>
              </p:cNvPr>
              <p:cNvSpPr/>
              <p:nvPr userDrawn="1"/>
            </p:nvSpPr>
            <p:spPr>
              <a:xfrm>
                <a:off x="3485352" y="1717923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11">
                <a:extLst>
                  <a:ext uri="{FF2B5EF4-FFF2-40B4-BE49-F238E27FC236}">
                    <a16:creationId xmlns:a16="http://schemas.microsoft.com/office/drawing/2014/main" id="{B93DE707-F71B-42F6-A0EB-DFC85BA873B2}"/>
                  </a:ext>
                </a:extLst>
              </p:cNvPr>
              <p:cNvSpPr/>
              <p:nvPr userDrawn="1"/>
            </p:nvSpPr>
            <p:spPr>
              <a:xfrm>
                <a:off x="2886827" y="1894030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Oval 11">
                <a:extLst>
                  <a:ext uri="{FF2B5EF4-FFF2-40B4-BE49-F238E27FC236}">
                    <a16:creationId xmlns:a16="http://schemas.microsoft.com/office/drawing/2014/main" id="{3A7AC84B-9DE8-4557-8141-47C15EEBD952}"/>
                  </a:ext>
                </a:extLst>
              </p:cNvPr>
              <p:cNvSpPr/>
              <p:nvPr userDrawn="1"/>
            </p:nvSpPr>
            <p:spPr>
              <a:xfrm>
                <a:off x="2401342" y="251623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Oval 11">
                <a:extLst>
                  <a:ext uri="{FF2B5EF4-FFF2-40B4-BE49-F238E27FC236}">
                    <a16:creationId xmlns:a16="http://schemas.microsoft.com/office/drawing/2014/main" id="{F200C86F-3147-4417-909C-8AA712602B15}"/>
                  </a:ext>
                </a:extLst>
              </p:cNvPr>
              <p:cNvSpPr/>
              <p:nvPr userDrawn="1"/>
            </p:nvSpPr>
            <p:spPr>
              <a:xfrm>
                <a:off x="3017096" y="279748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Oval 11">
                <a:extLst>
                  <a:ext uri="{FF2B5EF4-FFF2-40B4-BE49-F238E27FC236}">
                    <a16:creationId xmlns:a16="http://schemas.microsoft.com/office/drawing/2014/main" id="{C19D843C-2344-43CD-A232-FDCAF8F43CA5}"/>
                  </a:ext>
                </a:extLst>
              </p:cNvPr>
              <p:cNvSpPr/>
              <p:nvPr userDrawn="1"/>
            </p:nvSpPr>
            <p:spPr>
              <a:xfrm>
                <a:off x="3562974" y="2003019"/>
                <a:ext cx="1844197" cy="184419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Oval 11">
                <a:extLst>
                  <a:ext uri="{FF2B5EF4-FFF2-40B4-BE49-F238E27FC236}">
                    <a16:creationId xmlns:a16="http://schemas.microsoft.com/office/drawing/2014/main" id="{1D594D95-F75F-4683-A364-E7EFD943F93B}"/>
                  </a:ext>
                </a:extLst>
              </p:cNvPr>
              <p:cNvSpPr/>
              <p:nvPr userDrawn="1"/>
            </p:nvSpPr>
            <p:spPr>
              <a:xfrm>
                <a:off x="4999309" y="3011131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Oval 11">
                <a:extLst>
                  <a:ext uri="{FF2B5EF4-FFF2-40B4-BE49-F238E27FC236}">
                    <a16:creationId xmlns:a16="http://schemas.microsoft.com/office/drawing/2014/main" id="{95DD39E7-93D6-494C-A36E-247288990A90}"/>
                  </a:ext>
                </a:extLst>
              </p:cNvPr>
              <p:cNvSpPr/>
              <p:nvPr userDrawn="1"/>
            </p:nvSpPr>
            <p:spPr>
              <a:xfrm>
                <a:off x="5653222" y="2981733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Oval 11">
                <a:extLst>
                  <a:ext uri="{FF2B5EF4-FFF2-40B4-BE49-F238E27FC236}">
                    <a16:creationId xmlns:a16="http://schemas.microsoft.com/office/drawing/2014/main" id="{0724B3EB-D2BA-46AD-9B24-8F61182FFCCE}"/>
                  </a:ext>
                </a:extLst>
              </p:cNvPr>
              <p:cNvSpPr/>
              <p:nvPr userDrawn="1"/>
            </p:nvSpPr>
            <p:spPr>
              <a:xfrm>
                <a:off x="6035666" y="2445747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Oval 11">
                <a:extLst>
                  <a:ext uri="{FF2B5EF4-FFF2-40B4-BE49-F238E27FC236}">
                    <a16:creationId xmlns:a16="http://schemas.microsoft.com/office/drawing/2014/main" id="{BDBBA2C7-3C34-4968-B283-7486C3E66CD2}"/>
                  </a:ext>
                </a:extLst>
              </p:cNvPr>
              <p:cNvSpPr/>
              <p:nvPr userDrawn="1"/>
            </p:nvSpPr>
            <p:spPr>
              <a:xfrm>
                <a:off x="7037784" y="2729409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Oval 11">
                <a:extLst>
                  <a:ext uri="{FF2B5EF4-FFF2-40B4-BE49-F238E27FC236}">
                    <a16:creationId xmlns:a16="http://schemas.microsoft.com/office/drawing/2014/main" id="{1D3596EF-83B2-4D77-9900-8FBA5EF934B2}"/>
                  </a:ext>
                </a:extLst>
              </p:cNvPr>
              <p:cNvSpPr/>
              <p:nvPr userDrawn="1"/>
            </p:nvSpPr>
            <p:spPr>
              <a:xfrm>
                <a:off x="6658215" y="1725625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Oval 11">
                <a:extLst>
                  <a:ext uri="{FF2B5EF4-FFF2-40B4-BE49-F238E27FC236}">
                    <a16:creationId xmlns:a16="http://schemas.microsoft.com/office/drawing/2014/main" id="{478452D7-D34C-4072-B618-5EA4D20571B3}"/>
                  </a:ext>
                </a:extLst>
              </p:cNvPr>
              <p:cNvSpPr/>
              <p:nvPr userDrawn="1"/>
            </p:nvSpPr>
            <p:spPr>
              <a:xfrm>
                <a:off x="4702059" y="880592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Oval 11">
                <a:extLst>
                  <a:ext uri="{FF2B5EF4-FFF2-40B4-BE49-F238E27FC236}">
                    <a16:creationId xmlns:a16="http://schemas.microsoft.com/office/drawing/2014/main" id="{B67A8B79-3441-4CEE-82A3-001ECBD4DD6C}"/>
                  </a:ext>
                </a:extLst>
              </p:cNvPr>
              <p:cNvSpPr/>
              <p:nvPr userDrawn="1"/>
            </p:nvSpPr>
            <p:spPr>
              <a:xfrm>
                <a:off x="5200227" y="115344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Oval 11">
                <a:extLst>
                  <a:ext uri="{FF2B5EF4-FFF2-40B4-BE49-F238E27FC236}">
                    <a16:creationId xmlns:a16="http://schemas.microsoft.com/office/drawing/2014/main" id="{39EC19EA-7198-4F0B-A95B-49D0CF19C8F2}"/>
                  </a:ext>
                </a:extLst>
              </p:cNvPr>
              <p:cNvSpPr/>
              <p:nvPr userDrawn="1"/>
            </p:nvSpPr>
            <p:spPr>
              <a:xfrm>
                <a:off x="5945245" y="1484448"/>
                <a:ext cx="701108" cy="7011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Oval 11">
                <a:extLst>
                  <a:ext uri="{FF2B5EF4-FFF2-40B4-BE49-F238E27FC236}">
                    <a16:creationId xmlns:a16="http://schemas.microsoft.com/office/drawing/2014/main" id="{6F4820F4-E538-4700-880A-FA8685A41A3B}"/>
                  </a:ext>
                </a:extLst>
              </p:cNvPr>
              <p:cNvSpPr/>
              <p:nvPr userDrawn="1"/>
            </p:nvSpPr>
            <p:spPr>
              <a:xfrm>
                <a:off x="6121822" y="179221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Oval 11">
                <a:extLst>
                  <a:ext uri="{FF2B5EF4-FFF2-40B4-BE49-F238E27FC236}">
                    <a16:creationId xmlns:a16="http://schemas.microsoft.com/office/drawing/2014/main" id="{413F6B1E-425D-4873-9467-3AC4066BB2ED}"/>
                  </a:ext>
                </a:extLst>
              </p:cNvPr>
              <p:cNvSpPr/>
              <p:nvPr userDrawn="1"/>
            </p:nvSpPr>
            <p:spPr>
              <a:xfrm>
                <a:off x="4251327" y="1369850"/>
                <a:ext cx="2136016" cy="2136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사다리꼴 70">
                <a:extLst>
                  <a:ext uri="{FF2B5EF4-FFF2-40B4-BE49-F238E27FC236}">
                    <a16:creationId xmlns:a16="http://schemas.microsoft.com/office/drawing/2014/main" id="{B0CB0B17-591E-4DAC-A92C-EBD6A95CAE9D}"/>
                  </a:ext>
                </a:extLst>
              </p:cNvPr>
              <p:cNvSpPr/>
              <p:nvPr userDrawn="1"/>
            </p:nvSpPr>
            <p:spPr>
              <a:xfrm>
                <a:off x="4765704" y="248706"/>
                <a:ext cx="608632" cy="1216152"/>
              </a:xfrm>
              <a:prstGeom prst="trapezoi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0273FAE2-233C-451C-ABAD-157761C173D3}"/>
                </a:ext>
              </a:extLst>
            </p:cNvPr>
            <p:cNvGrpSpPr/>
            <p:nvPr userDrawn="1"/>
          </p:nvGrpSpPr>
          <p:grpSpPr>
            <a:xfrm>
              <a:off x="4249055" y="497586"/>
              <a:ext cx="645890" cy="1241591"/>
              <a:chOff x="5304862" y="-789923"/>
              <a:chExt cx="645890" cy="1241591"/>
            </a:xfrm>
          </p:grpSpPr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F294317C-D093-4716-BC39-F4EDB7B3713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78" name="이등변 삼각형 49">
                  <a:extLst>
                    <a:ext uri="{FF2B5EF4-FFF2-40B4-BE49-F238E27FC236}">
                      <a16:creationId xmlns:a16="http://schemas.microsoft.com/office/drawing/2014/main" id="{28122585-D90D-4D44-AC50-0A8C9106EF95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CA4A1B48-5DCF-4240-B908-5565A0B620C1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28D35705-FE6E-444A-A4F2-216FB36C2D3C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4" name="타원 73">
                <a:extLst>
                  <a:ext uri="{FF2B5EF4-FFF2-40B4-BE49-F238E27FC236}">
                    <a16:creationId xmlns:a16="http://schemas.microsoft.com/office/drawing/2014/main" id="{833271DD-6F14-4B18-BE97-D6CF7744263D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32141932-F9EE-4187-BBBC-79F2AADC7FB5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C4A28A23-9A45-480D-9AE0-AC8E03B407E4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E5282C72-98DB-48D8-88FE-2DFA994D4B88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16057" y="2931790"/>
            <a:ext cx="389493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15909" y="3579862"/>
            <a:ext cx="389493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6535596" y="1104508"/>
            <a:ext cx="672848" cy="486211"/>
            <a:chOff x="6495678" y="1779663"/>
            <a:chExt cx="672848" cy="486211"/>
          </a:xfrm>
        </p:grpSpPr>
        <p:sp>
          <p:nvSpPr>
            <p:cNvPr id="17" name="Oval 16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Oval 18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Oval 19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Group 20"/>
          <p:cNvGrpSpPr/>
          <p:nvPr userDrawn="1"/>
        </p:nvGrpSpPr>
        <p:grpSpPr>
          <a:xfrm>
            <a:off x="2098952" y="2183144"/>
            <a:ext cx="524595" cy="379081"/>
            <a:chOff x="6495678" y="1779663"/>
            <a:chExt cx="672848" cy="486211"/>
          </a:xfrm>
        </p:grpSpPr>
        <p:sp>
          <p:nvSpPr>
            <p:cNvPr id="22" name="Oval 21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Oval 22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Oval 23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Oval 24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360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3707904" y="1203090"/>
            <a:ext cx="1710999" cy="3600908"/>
            <a:chOff x="3797105" y="1404992"/>
            <a:chExt cx="1548895" cy="3471014"/>
          </a:xfrm>
        </p:grpSpPr>
        <p:sp>
          <p:nvSpPr>
            <p:cNvPr id="9" name="Rectangle 8"/>
            <p:cNvSpPr/>
            <p:nvPr userDrawn="1"/>
          </p:nvSpPr>
          <p:spPr>
            <a:xfrm>
              <a:off x="3797105" y="1909048"/>
              <a:ext cx="1548000" cy="246290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>
              <a:off x="3797105" y="1404992"/>
              <a:ext cx="1548000" cy="504056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3798000" y="4371950"/>
              <a:ext cx="1548000" cy="504056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787227" y="1312181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059035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0843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243611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515419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933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2329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123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8600" y="987574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33772" y="4262137"/>
            <a:ext cx="8676456" cy="5418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0339" y="1404993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919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24943D91-C407-41C1-8574-76661B57139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48065" y="1431235"/>
            <a:ext cx="2568434" cy="2280270"/>
          </a:xfrm>
          <a:custGeom>
            <a:avLst/>
            <a:gdLst>
              <a:gd name="connsiteX0" fmla="*/ 125450 w 2568434"/>
              <a:gd name="connsiteY0" fmla="*/ 111684 h 2280270"/>
              <a:gd name="connsiteX1" fmla="*/ 2442984 w 2568434"/>
              <a:gd name="connsiteY1" fmla="*/ 111684 h 2280270"/>
              <a:gd name="connsiteX2" fmla="*/ 2442984 w 2568434"/>
              <a:gd name="connsiteY2" fmla="*/ 2168586 h 2280270"/>
              <a:gd name="connsiteX3" fmla="*/ 125450 w 2568434"/>
              <a:gd name="connsiteY3" fmla="*/ 2168586 h 2280270"/>
              <a:gd name="connsiteX4" fmla="*/ 96085 w 2568434"/>
              <a:gd name="connsiteY4" fmla="*/ 82319 h 2280270"/>
              <a:gd name="connsiteX5" fmla="*/ 96085 w 2568434"/>
              <a:gd name="connsiteY5" fmla="*/ 2197951 h 2280270"/>
              <a:gd name="connsiteX6" fmla="*/ 2472349 w 2568434"/>
              <a:gd name="connsiteY6" fmla="*/ 2197951 h 2280270"/>
              <a:gd name="connsiteX7" fmla="*/ 2472349 w 2568434"/>
              <a:gd name="connsiteY7" fmla="*/ 82319 h 2280270"/>
              <a:gd name="connsiteX8" fmla="*/ 0 w 2568434"/>
              <a:gd name="connsiteY8" fmla="*/ 0 h 2280270"/>
              <a:gd name="connsiteX9" fmla="*/ 2568434 w 2568434"/>
              <a:gd name="connsiteY9" fmla="*/ 0 h 2280270"/>
              <a:gd name="connsiteX10" fmla="*/ 2568434 w 2568434"/>
              <a:gd name="connsiteY10" fmla="*/ 2280270 h 2280270"/>
              <a:gd name="connsiteX11" fmla="*/ 0 w 2568434"/>
              <a:gd name="connsiteY11" fmla="*/ 2280270 h 228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68434" h="2280270">
                <a:moveTo>
                  <a:pt x="125450" y="111684"/>
                </a:moveTo>
                <a:lnTo>
                  <a:pt x="2442984" y="111684"/>
                </a:lnTo>
                <a:lnTo>
                  <a:pt x="2442984" y="2168586"/>
                </a:lnTo>
                <a:lnTo>
                  <a:pt x="125450" y="2168586"/>
                </a:lnTo>
                <a:close/>
                <a:moveTo>
                  <a:pt x="96085" y="82319"/>
                </a:moveTo>
                <a:lnTo>
                  <a:pt x="96085" y="2197951"/>
                </a:lnTo>
                <a:lnTo>
                  <a:pt x="2472349" y="2197951"/>
                </a:lnTo>
                <a:lnTo>
                  <a:pt x="2472349" y="82319"/>
                </a:lnTo>
                <a:close/>
                <a:moveTo>
                  <a:pt x="0" y="0"/>
                </a:moveTo>
                <a:lnTo>
                  <a:pt x="2568434" y="0"/>
                </a:lnTo>
                <a:lnTo>
                  <a:pt x="2568434" y="2280270"/>
                </a:lnTo>
                <a:lnTo>
                  <a:pt x="0" y="22802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D19E2BEF-0357-4B60-8F97-1B4CBD18E02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704000" y="3703500"/>
            <a:ext cx="1440000" cy="1440000"/>
          </a:xfrm>
          <a:custGeom>
            <a:avLst/>
            <a:gdLst>
              <a:gd name="connsiteX0" fmla="*/ 125363 w 1440000"/>
              <a:gd name="connsiteY0" fmla="*/ 124056 h 1440000"/>
              <a:gd name="connsiteX1" fmla="*/ 1314637 w 1440000"/>
              <a:gd name="connsiteY1" fmla="*/ 124056 h 1440000"/>
              <a:gd name="connsiteX2" fmla="*/ 1314637 w 1440000"/>
              <a:gd name="connsiteY2" fmla="*/ 1315945 h 1440000"/>
              <a:gd name="connsiteX3" fmla="*/ 125363 w 1440000"/>
              <a:gd name="connsiteY3" fmla="*/ 1315945 h 1440000"/>
              <a:gd name="connsiteX4" fmla="*/ 92030 w 1440000"/>
              <a:gd name="connsiteY4" fmla="*/ 90723 h 1440000"/>
              <a:gd name="connsiteX5" fmla="*/ 92030 w 1440000"/>
              <a:gd name="connsiteY5" fmla="*/ 1349278 h 1440000"/>
              <a:gd name="connsiteX6" fmla="*/ 1347970 w 1440000"/>
              <a:gd name="connsiteY6" fmla="*/ 1349278 h 1440000"/>
              <a:gd name="connsiteX7" fmla="*/ 1347970 w 1440000"/>
              <a:gd name="connsiteY7" fmla="*/ 90723 h 1440000"/>
              <a:gd name="connsiteX8" fmla="*/ 0 w 1440000"/>
              <a:gd name="connsiteY8" fmla="*/ 0 h 1440000"/>
              <a:gd name="connsiteX9" fmla="*/ 1440000 w 1440000"/>
              <a:gd name="connsiteY9" fmla="*/ 0 h 1440000"/>
              <a:gd name="connsiteX10" fmla="*/ 1440000 w 1440000"/>
              <a:gd name="connsiteY10" fmla="*/ 1440000 h 1440000"/>
              <a:gd name="connsiteX11" fmla="*/ 0 w 1440000"/>
              <a:gd name="connsiteY11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1440000">
                <a:moveTo>
                  <a:pt x="125363" y="124056"/>
                </a:moveTo>
                <a:lnTo>
                  <a:pt x="1314637" y="124056"/>
                </a:lnTo>
                <a:lnTo>
                  <a:pt x="1314637" y="1315945"/>
                </a:lnTo>
                <a:lnTo>
                  <a:pt x="125363" y="1315945"/>
                </a:lnTo>
                <a:close/>
                <a:moveTo>
                  <a:pt x="92030" y="90723"/>
                </a:moveTo>
                <a:lnTo>
                  <a:pt x="92030" y="1349278"/>
                </a:lnTo>
                <a:lnTo>
                  <a:pt x="1347970" y="1349278"/>
                </a:lnTo>
                <a:lnTo>
                  <a:pt x="1347970" y="90723"/>
                </a:lnTo>
                <a:close/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C69723CC-367A-47C2-9C98-4E37F9539DBD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3708064" y="0"/>
            <a:ext cx="1440000" cy="1440000"/>
          </a:xfrm>
          <a:custGeom>
            <a:avLst/>
            <a:gdLst>
              <a:gd name="connsiteX0" fmla="*/ 125363 w 1440000"/>
              <a:gd name="connsiteY0" fmla="*/ 124056 h 1440000"/>
              <a:gd name="connsiteX1" fmla="*/ 1314637 w 1440000"/>
              <a:gd name="connsiteY1" fmla="*/ 124056 h 1440000"/>
              <a:gd name="connsiteX2" fmla="*/ 1314637 w 1440000"/>
              <a:gd name="connsiteY2" fmla="*/ 1315945 h 1440000"/>
              <a:gd name="connsiteX3" fmla="*/ 125363 w 1440000"/>
              <a:gd name="connsiteY3" fmla="*/ 1315945 h 1440000"/>
              <a:gd name="connsiteX4" fmla="*/ 92030 w 1440000"/>
              <a:gd name="connsiteY4" fmla="*/ 90723 h 1440000"/>
              <a:gd name="connsiteX5" fmla="*/ 92030 w 1440000"/>
              <a:gd name="connsiteY5" fmla="*/ 1349278 h 1440000"/>
              <a:gd name="connsiteX6" fmla="*/ 1347970 w 1440000"/>
              <a:gd name="connsiteY6" fmla="*/ 1349278 h 1440000"/>
              <a:gd name="connsiteX7" fmla="*/ 1347970 w 1440000"/>
              <a:gd name="connsiteY7" fmla="*/ 90723 h 1440000"/>
              <a:gd name="connsiteX8" fmla="*/ 0 w 1440000"/>
              <a:gd name="connsiteY8" fmla="*/ 0 h 1440000"/>
              <a:gd name="connsiteX9" fmla="*/ 1440000 w 1440000"/>
              <a:gd name="connsiteY9" fmla="*/ 0 h 1440000"/>
              <a:gd name="connsiteX10" fmla="*/ 1440000 w 1440000"/>
              <a:gd name="connsiteY10" fmla="*/ 1440000 h 1440000"/>
              <a:gd name="connsiteX11" fmla="*/ 0 w 1440000"/>
              <a:gd name="connsiteY11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1440000">
                <a:moveTo>
                  <a:pt x="125363" y="124056"/>
                </a:moveTo>
                <a:lnTo>
                  <a:pt x="1314637" y="124056"/>
                </a:lnTo>
                <a:lnTo>
                  <a:pt x="1314637" y="1315945"/>
                </a:lnTo>
                <a:lnTo>
                  <a:pt x="125363" y="1315945"/>
                </a:lnTo>
                <a:close/>
                <a:moveTo>
                  <a:pt x="92030" y="90723"/>
                </a:moveTo>
                <a:lnTo>
                  <a:pt x="92030" y="1349278"/>
                </a:lnTo>
                <a:lnTo>
                  <a:pt x="1347970" y="1349278"/>
                </a:lnTo>
                <a:lnTo>
                  <a:pt x="1347970" y="90723"/>
                </a:lnTo>
                <a:close/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543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30765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8861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51435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639597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4572000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048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BC15B180-CBF0-499C-A764-95FA7614ACA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4000" y="-1"/>
            <a:ext cx="2160000" cy="5143501"/>
          </a:xfrm>
          <a:custGeom>
            <a:avLst/>
            <a:gdLst>
              <a:gd name="connsiteX0" fmla="*/ 0 w 2160000"/>
              <a:gd name="connsiteY0" fmla="*/ 1425596 h 5143501"/>
              <a:gd name="connsiteX1" fmla="*/ 651889 w 2160000"/>
              <a:gd name="connsiteY1" fmla="*/ 2077485 h 5143501"/>
              <a:gd name="connsiteX2" fmla="*/ 0 w 2160000"/>
              <a:gd name="connsiteY2" fmla="*/ 2729373 h 5143501"/>
              <a:gd name="connsiteX3" fmla="*/ 0 w 2160000"/>
              <a:gd name="connsiteY3" fmla="*/ 0 h 5143501"/>
              <a:gd name="connsiteX4" fmla="*/ 2160000 w 2160000"/>
              <a:gd name="connsiteY4" fmla="*/ 0 h 5143501"/>
              <a:gd name="connsiteX5" fmla="*/ 2160000 w 2160000"/>
              <a:gd name="connsiteY5" fmla="*/ 5143501 h 5143501"/>
              <a:gd name="connsiteX6" fmla="*/ 0 w 2160000"/>
              <a:gd name="connsiteY6" fmla="*/ 5143501 h 5143501"/>
              <a:gd name="connsiteX7" fmla="*/ 0 w 2160000"/>
              <a:gd name="connsiteY7" fmla="*/ 2856759 h 5143501"/>
              <a:gd name="connsiteX8" fmla="*/ 779274 w 2160000"/>
              <a:gd name="connsiteY8" fmla="*/ 2077485 h 5143501"/>
              <a:gd name="connsiteX9" fmla="*/ 0 w 2160000"/>
              <a:gd name="connsiteY9" fmla="*/ 1298211 h 514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60000" h="5143501">
                <a:moveTo>
                  <a:pt x="0" y="1425596"/>
                </a:moveTo>
                <a:lnTo>
                  <a:pt x="651889" y="2077485"/>
                </a:lnTo>
                <a:lnTo>
                  <a:pt x="0" y="2729373"/>
                </a:lnTo>
                <a:close/>
                <a:moveTo>
                  <a:pt x="0" y="0"/>
                </a:moveTo>
                <a:lnTo>
                  <a:pt x="2160000" y="0"/>
                </a:lnTo>
                <a:lnTo>
                  <a:pt x="2160000" y="5143501"/>
                </a:lnTo>
                <a:lnTo>
                  <a:pt x="0" y="5143501"/>
                </a:lnTo>
                <a:lnTo>
                  <a:pt x="0" y="2856759"/>
                </a:lnTo>
                <a:lnTo>
                  <a:pt x="779274" y="2077485"/>
                </a:lnTo>
                <a:lnTo>
                  <a:pt x="0" y="12982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1FA03D3A-E0EA-4B8F-B538-58CE5D4DB32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734004" y="2131318"/>
            <a:ext cx="2160000" cy="3012182"/>
          </a:xfrm>
          <a:custGeom>
            <a:avLst/>
            <a:gdLst>
              <a:gd name="connsiteX0" fmla="*/ 1563187 w 2160000"/>
              <a:gd name="connsiteY0" fmla="*/ 0 h 3012182"/>
              <a:gd name="connsiteX1" fmla="*/ 2160000 w 2160000"/>
              <a:gd name="connsiteY1" fmla="*/ 0 h 3012182"/>
              <a:gd name="connsiteX2" fmla="*/ 2160000 w 2160000"/>
              <a:gd name="connsiteY2" fmla="*/ 596813 h 3012182"/>
              <a:gd name="connsiteX3" fmla="*/ 0 w 2160000"/>
              <a:gd name="connsiteY3" fmla="*/ 0 h 3012182"/>
              <a:gd name="connsiteX4" fmla="*/ 1435802 w 2160000"/>
              <a:gd name="connsiteY4" fmla="*/ 0 h 3012182"/>
              <a:gd name="connsiteX5" fmla="*/ 2160000 w 2160000"/>
              <a:gd name="connsiteY5" fmla="*/ 724199 h 3012182"/>
              <a:gd name="connsiteX6" fmla="*/ 2160000 w 2160000"/>
              <a:gd name="connsiteY6" fmla="*/ 3012182 h 3012182"/>
              <a:gd name="connsiteX7" fmla="*/ 0 w 2160000"/>
              <a:gd name="connsiteY7" fmla="*/ 3012182 h 301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0000" h="3012182">
                <a:moveTo>
                  <a:pt x="1563187" y="0"/>
                </a:moveTo>
                <a:lnTo>
                  <a:pt x="2160000" y="0"/>
                </a:lnTo>
                <a:lnTo>
                  <a:pt x="2160000" y="596813"/>
                </a:lnTo>
                <a:close/>
                <a:moveTo>
                  <a:pt x="0" y="0"/>
                </a:moveTo>
                <a:lnTo>
                  <a:pt x="1435802" y="0"/>
                </a:lnTo>
                <a:lnTo>
                  <a:pt x="2160000" y="724199"/>
                </a:lnTo>
                <a:lnTo>
                  <a:pt x="2160000" y="3012182"/>
                </a:lnTo>
                <a:lnTo>
                  <a:pt x="0" y="301218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492000" y="2131318"/>
            <a:ext cx="1152008" cy="30121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1EBCCB12-3AC7-4A57-8E11-5324E7CB7D0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492000" y="-1"/>
            <a:ext cx="3393830" cy="2043485"/>
          </a:xfrm>
          <a:custGeom>
            <a:avLst/>
            <a:gdLst>
              <a:gd name="connsiteX0" fmla="*/ 3393830 w 3393830"/>
              <a:gd name="connsiteY0" fmla="*/ 1435011 h 2043485"/>
              <a:gd name="connsiteX1" fmla="*/ 3393830 w 3393830"/>
              <a:gd name="connsiteY1" fmla="*/ 2043485 h 2043485"/>
              <a:gd name="connsiteX2" fmla="*/ 2785356 w 3393830"/>
              <a:gd name="connsiteY2" fmla="*/ 2043485 h 2043485"/>
              <a:gd name="connsiteX3" fmla="*/ 0 w 3393830"/>
              <a:gd name="connsiteY3" fmla="*/ 0 h 2043485"/>
              <a:gd name="connsiteX4" fmla="*/ 3393830 w 3393830"/>
              <a:gd name="connsiteY4" fmla="*/ 0 h 2043485"/>
              <a:gd name="connsiteX5" fmla="*/ 3393830 w 3393830"/>
              <a:gd name="connsiteY5" fmla="*/ 1307626 h 2043485"/>
              <a:gd name="connsiteX6" fmla="*/ 2657971 w 3393830"/>
              <a:gd name="connsiteY6" fmla="*/ 2043485 h 2043485"/>
              <a:gd name="connsiteX7" fmla="*/ 0 w 3393830"/>
              <a:gd name="connsiteY7" fmla="*/ 2043485 h 2043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3830" h="2043485">
                <a:moveTo>
                  <a:pt x="3393830" y="1435011"/>
                </a:moveTo>
                <a:lnTo>
                  <a:pt x="3393830" y="2043485"/>
                </a:lnTo>
                <a:lnTo>
                  <a:pt x="2785356" y="2043485"/>
                </a:lnTo>
                <a:close/>
                <a:moveTo>
                  <a:pt x="0" y="0"/>
                </a:moveTo>
                <a:lnTo>
                  <a:pt x="3393830" y="0"/>
                </a:lnTo>
                <a:lnTo>
                  <a:pt x="3393830" y="1307626"/>
                </a:lnTo>
                <a:lnTo>
                  <a:pt x="2657971" y="2043485"/>
                </a:lnTo>
                <a:lnTo>
                  <a:pt x="0" y="20434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8779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그림 개체 틀 23">
            <a:extLst>
              <a:ext uri="{FF2B5EF4-FFF2-40B4-BE49-F238E27FC236}">
                <a16:creationId xmlns:a16="http://schemas.microsoft.com/office/drawing/2014/main" id="{6F099B2E-9C61-4C91-AB24-AB7B70E2D2E0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7301328" y="1495130"/>
            <a:ext cx="1840931" cy="3649326"/>
          </a:xfrm>
          <a:custGeom>
            <a:avLst/>
            <a:gdLst>
              <a:gd name="connsiteX0" fmla="*/ 540722 w 1840931"/>
              <a:gd name="connsiteY0" fmla="*/ 1288720 h 3649326"/>
              <a:gd name="connsiteX1" fmla="*/ 1084110 w 1840931"/>
              <a:gd name="connsiteY1" fmla="*/ 1832108 h 3649326"/>
              <a:gd name="connsiteX2" fmla="*/ 548200 w 1840931"/>
              <a:gd name="connsiteY2" fmla="*/ 2368018 h 3649326"/>
              <a:gd name="connsiteX3" fmla="*/ 0 w 1840931"/>
              <a:gd name="connsiteY3" fmla="*/ 1824663 h 3649326"/>
              <a:gd name="connsiteX4" fmla="*/ 1840931 w 1840931"/>
              <a:gd name="connsiteY4" fmla="*/ 0 h 3649326"/>
              <a:gd name="connsiteX5" fmla="*/ 1840931 w 1840931"/>
              <a:gd name="connsiteY5" fmla="*/ 3649326 h 3649326"/>
              <a:gd name="connsiteX6" fmla="*/ 609809 w 1840931"/>
              <a:gd name="connsiteY6" fmla="*/ 2429083 h 3649326"/>
              <a:gd name="connsiteX7" fmla="*/ 1206783 w 1840931"/>
              <a:gd name="connsiteY7" fmla="*/ 1832108 h 3649326"/>
              <a:gd name="connsiteX8" fmla="*/ 602331 w 1840931"/>
              <a:gd name="connsiteY8" fmla="*/ 1227655 h 364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0931" h="3649326">
                <a:moveTo>
                  <a:pt x="540722" y="1288720"/>
                </a:moveTo>
                <a:lnTo>
                  <a:pt x="1084110" y="1832108"/>
                </a:lnTo>
                <a:lnTo>
                  <a:pt x="548200" y="2368018"/>
                </a:lnTo>
                <a:lnTo>
                  <a:pt x="0" y="1824663"/>
                </a:lnTo>
                <a:close/>
                <a:moveTo>
                  <a:pt x="1840931" y="0"/>
                </a:moveTo>
                <a:lnTo>
                  <a:pt x="1840931" y="3649326"/>
                </a:lnTo>
                <a:lnTo>
                  <a:pt x="609809" y="2429083"/>
                </a:lnTo>
                <a:lnTo>
                  <a:pt x="1206783" y="1832108"/>
                </a:lnTo>
                <a:lnTo>
                  <a:pt x="602331" y="12276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3" name="그림 개체 틀 22">
            <a:extLst>
              <a:ext uri="{FF2B5EF4-FFF2-40B4-BE49-F238E27FC236}">
                <a16:creationId xmlns:a16="http://schemas.microsoft.com/office/drawing/2014/main" id="{02450FB2-6A00-42CF-B869-69B7A802C2C5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5476381" y="3386021"/>
            <a:ext cx="3530788" cy="1769004"/>
          </a:xfrm>
          <a:custGeom>
            <a:avLst/>
            <a:gdLst>
              <a:gd name="connsiteX0" fmla="*/ 2368610 w 3530788"/>
              <a:gd name="connsiteY0" fmla="*/ 604337 h 1769004"/>
              <a:gd name="connsiteX1" fmla="*/ 3530788 w 3530788"/>
              <a:gd name="connsiteY1" fmla="*/ 1761052 h 1769004"/>
              <a:gd name="connsiteX2" fmla="*/ 0 w 3530788"/>
              <a:gd name="connsiteY2" fmla="*/ 1769004 h 1769004"/>
              <a:gd name="connsiteX3" fmla="*/ 1159186 w 3530788"/>
              <a:gd name="connsiteY3" fmla="*/ 604826 h 1769004"/>
              <a:gd name="connsiteX4" fmla="*/ 1763653 w 3530788"/>
              <a:gd name="connsiteY4" fmla="*/ 1209294 h 1769004"/>
              <a:gd name="connsiteX5" fmla="*/ 1761418 w 3530788"/>
              <a:gd name="connsiteY5" fmla="*/ 0 h 1769004"/>
              <a:gd name="connsiteX6" fmla="*/ 2307129 w 3530788"/>
              <a:gd name="connsiteY6" fmla="*/ 543145 h 1769004"/>
              <a:gd name="connsiteX7" fmla="*/ 1763653 w 3530788"/>
              <a:gd name="connsiteY7" fmla="*/ 1086621 h 1769004"/>
              <a:gd name="connsiteX8" fmla="*/ 1220390 w 3530788"/>
              <a:gd name="connsiteY8" fmla="*/ 543358 h 1769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30788" h="1769004">
                <a:moveTo>
                  <a:pt x="2368610" y="604337"/>
                </a:moveTo>
                <a:lnTo>
                  <a:pt x="3530788" y="1761052"/>
                </a:lnTo>
                <a:lnTo>
                  <a:pt x="0" y="1769004"/>
                </a:lnTo>
                <a:lnTo>
                  <a:pt x="1159186" y="604826"/>
                </a:lnTo>
                <a:lnTo>
                  <a:pt x="1763653" y="1209294"/>
                </a:lnTo>
                <a:close/>
                <a:moveTo>
                  <a:pt x="1761418" y="0"/>
                </a:moveTo>
                <a:lnTo>
                  <a:pt x="2307129" y="543145"/>
                </a:lnTo>
                <a:lnTo>
                  <a:pt x="1763653" y="1086621"/>
                </a:lnTo>
                <a:lnTo>
                  <a:pt x="1220390" y="5433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818F7804-9A99-482C-9BFA-8B2E895ADDDC}"/>
              </a:ext>
            </a:extLst>
          </p:cNvPr>
          <p:cNvSpPr>
            <a:spLocks noGrp="1"/>
          </p:cNvSpPr>
          <p:nvPr>
            <p:ph type="pic" idx="20" hasCustomPrompt="1"/>
          </p:nvPr>
        </p:nvSpPr>
        <p:spPr>
          <a:xfrm>
            <a:off x="3491431" y="1495130"/>
            <a:ext cx="3681862" cy="3649326"/>
          </a:xfrm>
          <a:custGeom>
            <a:avLst/>
            <a:gdLst>
              <a:gd name="connsiteX0" fmla="*/ 3143876 w 3681862"/>
              <a:gd name="connsiteY0" fmla="*/ 1291431 h 3649326"/>
              <a:gd name="connsiteX1" fmla="*/ 3681862 w 3681862"/>
              <a:gd name="connsiteY1" fmla="*/ 1824663 h 3649326"/>
              <a:gd name="connsiteX2" fmla="*/ 3136398 w 3681862"/>
              <a:gd name="connsiteY2" fmla="*/ 2365307 h 3649326"/>
              <a:gd name="connsiteX3" fmla="*/ 2603199 w 3681862"/>
              <a:gd name="connsiteY3" fmla="*/ 1832108 h 3649326"/>
              <a:gd name="connsiteX4" fmla="*/ 1840931 w 3681862"/>
              <a:gd name="connsiteY4" fmla="*/ 0 h 3649326"/>
              <a:gd name="connsiteX5" fmla="*/ 3082267 w 3681862"/>
              <a:gd name="connsiteY5" fmla="*/ 1230367 h 3649326"/>
              <a:gd name="connsiteX6" fmla="*/ 2480526 w 3681862"/>
              <a:gd name="connsiteY6" fmla="*/ 1832108 h 3649326"/>
              <a:gd name="connsiteX7" fmla="*/ 3074789 w 3681862"/>
              <a:gd name="connsiteY7" fmla="*/ 2426371 h 3649326"/>
              <a:gd name="connsiteX8" fmla="*/ 1840931 w 3681862"/>
              <a:gd name="connsiteY8" fmla="*/ 3649326 h 3649326"/>
              <a:gd name="connsiteX9" fmla="*/ 0 w 3681862"/>
              <a:gd name="connsiteY9" fmla="*/ 1824663 h 364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81862" h="3649326">
                <a:moveTo>
                  <a:pt x="3143876" y="1291431"/>
                </a:moveTo>
                <a:lnTo>
                  <a:pt x="3681862" y="1824663"/>
                </a:lnTo>
                <a:lnTo>
                  <a:pt x="3136398" y="2365307"/>
                </a:lnTo>
                <a:lnTo>
                  <a:pt x="2603199" y="1832108"/>
                </a:lnTo>
                <a:close/>
                <a:moveTo>
                  <a:pt x="1840931" y="0"/>
                </a:moveTo>
                <a:lnTo>
                  <a:pt x="3082267" y="1230367"/>
                </a:lnTo>
                <a:lnTo>
                  <a:pt x="2480526" y="1832108"/>
                </a:lnTo>
                <a:lnTo>
                  <a:pt x="3074789" y="2426371"/>
                </a:lnTo>
                <a:lnTo>
                  <a:pt x="1840931" y="3649326"/>
                </a:lnTo>
                <a:lnTo>
                  <a:pt x="0" y="18246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59353D25-D7C0-4FC1-88CF-A55DAFC5690D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5396868" y="-11318"/>
            <a:ext cx="3681862" cy="3267664"/>
          </a:xfrm>
          <a:custGeom>
            <a:avLst/>
            <a:gdLst>
              <a:gd name="connsiteX0" fmla="*/ 1843166 w 3681862"/>
              <a:gd name="connsiteY0" fmla="*/ 2193152 h 3267664"/>
              <a:gd name="connsiteX1" fmla="*/ 2381694 w 3681862"/>
              <a:gd name="connsiteY1" fmla="*/ 2731680 h 3267664"/>
              <a:gd name="connsiteX2" fmla="*/ 1840931 w 3681862"/>
              <a:gd name="connsiteY2" fmla="*/ 3267664 h 3267664"/>
              <a:gd name="connsiteX3" fmla="*/ 1302413 w 3681862"/>
              <a:gd name="connsiteY3" fmla="*/ 2733905 h 3267664"/>
              <a:gd name="connsiteX4" fmla="*/ 1467221 w 3681862"/>
              <a:gd name="connsiteY4" fmla="*/ 0 h 3267664"/>
              <a:gd name="connsiteX5" fmla="*/ 2284092 w 3681862"/>
              <a:gd name="connsiteY5" fmla="*/ 19269 h 3267664"/>
              <a:gd name="connsiteX6" fmla="*/ 3681862 w 3681862"/>
              <a:gd name="connsiteY6" fmla="*/ 1443001 h 3267664"/>
              <a:gd name="connsiteX7" fmla="*/ 2443303 w 3681862"/>
              <a:gd name="connsiteY7" fmla="*/ 2670616 h 3267664"/>
              <a:gd name="connsiteX8" fmla="*/ 1843166 w 3681862"/>
              <a:gd name="connsiteY8" fmla="*/ 2070479 h 3267664"/>
              <a:gd name="connsiteX9" fmla="*/ 1240805 w 3681862"/>
              <a:gd name="connsiteY9" fmla="*/ 2672841 h 3267664"/>
              <a:gd name="connsiteX10" fmla="*/ 0 w 3681862"/>
              <a:gd name="connsiteY10" fmla="*/ 1443001 h 3267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81862" h="3267664">
                <a:moveTo>
                  <a:pt x="1843166" y="2193152"/>
                </a:moveTo>
                <a:lnTo>
                  <a:pt x="2381694" y="2731680"/>
                </a:lnTo>
                <a:lnTo>
                  <a:pt x="1840931" y="3267664"/>
                </a:lnTo>
                <a:lnTo>
                  <a:pt x="1302413" y="2733905"/>
                </a:lnTo>
                <a:close/>
                <a:moveTo>
                  <a:pt x="1467221" y="0"/>
                </a:moveTo>
                <a:cubicBezTo>
                  <a:pt x="1832276" y="3773"/>
                  <a:pt x="1919036" y="-406"/>
                  <a:pt x="2284092" y="19269"/>
                </a:cubicBezTo>
                <a:lnTo>
                  <a:pt x="3681862" y="1443001"/>
                </a:lnTo>
                <a:lnTo>
                  <a:pt x="2443303" y="2670616"/>
                </a:lnTo>
                <a:lnTo>
                  <a:pt x="1843166" y="2070479"/>
                </a:lnTo>
                <a:lnTo>
                  <a:pt x="1240805" y="2672841"/>
                </a:lnTo>
                <a:lnTo>
                  <a:pt x="0" y="1443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3711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95536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95536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911680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1911680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5736054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5736055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7252198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21" hasCustomPrompt="1"/>
          </p:nvPr>
        </p:nvSpPr>
        <p:spPr>
          <a:xfrm>
            <a:off x="7252198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427823" y="1275605"/>
            <a:ext cx="2232248" cy="352839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686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1264676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ounded Rectangle 16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6628553-F51C-4CE7-A3A6-AB374655DC97}"/>
              </a:ext>
            </a:extLst>
          </p:cNvPr>
          <p:cNvGrpSpPr/>
          <p:nvPr userDrawn="1"/>
        </p:nvGrpSpPr>
        <p:grpSpPr>
          <a:xfrm>
            <a:off x="786525" y="1114965"/>
            <a:ext cx="2320819" cy="2728174"/>
            <a:chOff x="5364088" y="1450891"/>
            <a:chExt cx="2320819" cy="2728174"/>
          </a:xfrm>
        </p:grpSpPr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B5880087-04C4-411C-AEAA-74B23548761F}"/>
                </a:ext>
              </a:extLst>
            </p:cNvPr>
            <p:cNvSpPr/>
            <p:nvPr userDrawn="1"/>
          </p:nvSpPr>
          <p:spPr>
            <a:xfrm>
              <a:off x="5399290" y="2150906"/>
              <a:ext cx="2261257" cy="2028159"/>
            </a:xfrm>
            <a:custGeom>
              <a:avLst/>
              <a:gdLst>
                <a:gd name="connsiteX0" fmla="*/ 1012851 w 2261257"/>
                <a:gd name="connsiteY0" fmla="*/ 0 h 2028159"/>
                <a:gd name="connsiteX1" fmla="*/ 1226850 w 2261257"/>
                <a:gd name="connsiteY1" fmla="*/ 0 h 2028159"/>
                <a:gd name="connsiteX2" fmla="*/ 1283043 w 2261257"/>
                <a:gd name="connsiteY2" fmla="*/ 449131 h 2028159"/>
                <a:gd name="connsiteX3" fmla="*/ 1318239 w 2261257"/>
                <a:gd name="connsiteY3" fmla="*/ 455866 h 2028159"/>
                <a:gd name="connsiteX4" fmla="*/ 1530113 w 2261257"/>
                <a:gd name="connsiteY4" fmla="*/ 605602 h 2028159"/>
                <a:gd name="connsiteX5" fmla="*/ 1548314 w 2261257"/>
                <a:gd name="connsiteY5" fmla="*/ 639136 h 2028159"/>
                <a:gd name="connsiteX6" fmla="*/ 1577154 w 2261257"/>
                <a:gd name="connsiteY6" fmla="*/ 636229 h 2028159"/>
                <a:gd name="connsiteX7" fmla="*/ 1914152 w 2261257"/>
                <a:gd name="connsiteY7" fmla="*/ 859606 h 2028159"/>
                <a:gd name="connsiteX8" fmla="*/ 1919810 w 2261257"/>
                <a:gd name="connsiteY8" fmla="*/ 877832 h 2028159"/>
                <a:gd name="connsiteX9" fmla="*/ 1932155 w 2261257"/>
                <a:gd name="connsiteY9" fmla="*/ 874000 h 2028159"/>
                <a:gd name="connsiteX10" fmla="*/ 1981836 w 2261257"/>
                <a:gd name="connsiteY10" fmla="*/ 868991 h 2028159"/>
                <a:gd name="connsiteX11" fmla="*/ 2223343 w 2261257"/>
                <a:gd name="connsiteY11" fmla="*/ 1065825 h 2028159"/>
                <a:gd name="connsiteX12" fmla="*/ 2225319 w 2261257"/>
                <a:gd name="connsiteY12" fmla="*/ 1085429 h 2028159"/>
                <a:gd name="connsiteX13" fmla="*/ 2261257 w 2261257"/>
                <a:gd name="connsiteY13" fmla="*/ 1089052 h 2028159"/>
                <a:gd name="connsiteX14" fmla="*/ 2259340 w 2261257"/>
                <a:gd name="connsiteY14" fmla="*/ 1101612 h 2028159"/>
                <a:gd name="connsiteX15" fmla="*/ 1122505 w 2261257"/>
                <a:gd name="connsiteY15" fmla="*/ 2028159 h 2028159"/>
                <a:gd name="connsiteX16" fmla="*/ 14265 w 2261257"/>
                <a:gd name="connsiteY16" fmla="*/ 1212820 h 2028159"/>
                <a:gd name="connsiteX17" fmla="*/ 0 w 2261257"/>
                <a:gd name="connsiteY17" fmla="*/ 1157341 h 2028159"/>
                <a:gd name="connsiteX18" fmla="*/ 3235 w 2261257"/>
                <a:gd name="connsiteY18" fmla="*/ 1157015 h 2028159"/>
                <a:gd name="connsiteX19" fmla="*/ 87605 w 2261257"/>
                <a:gd name="connsiteY19" fmla="*/ 1165520 h 2028159"/>
                <a:gd name="connsiteX20" fmla="*/ 113456 w 2261257"/>
                <a:gd name="connsiteY20" fmla="*/ 1173545 h 2028159"/>
                <a:gd name="connsiteX21" fmla="*/ 128106 w 2261257"/>
                <a:gd name="connsiteY21" fmla="*/ 1155791 h 2028159"/>
                <a:gd name="connsiteX22" fmla="*/ 424127 w 2261257"/>
                <a:gd name="connsiteY22" fmla="*/ 1033175 h 2028159"/>
                <a:gd name="connsiteX23" fmla="*/ 435940 w 2261257"/>
                <a:gd name="connsiteY23" fmla="*/ 1034366 h 2028159"/>
                <a:gd name="connsiteX24" fmla="*/ 427636 w 2261257"/>
                <a:gd name="connsiteY24" fmla="*/ 1007613 h 2028159"/>
                <a:gd name="connsiteX25" fmla="*/ 424127 w 2261257"/>
                <a:gd name="connsiteY25" fmla="*/ 972807 h 2028159"/>
                <a:gd name="connsiteX26" fmla="*/ 562024 w 2261257"/>
                <a:gd name="connsiteY26" fmla="*/ 803613 h 2028159"/>
                <a:gd name="connsiteX27" fmla="*/ 569156 w 2261257"/>
                <a:gd name="connsiteY27" fmla="*/ 802894 h 2028159"/>
                <a:gd name="connsiteX28" fmla="*/ 573923 w 2261257"/>
                <a:gd name="connsiteY28" fmla="*/ 755602 h 2028159"/>
                <a:gd name="connsiteX29" fmla="*/ 903523 w 2261257"/>
                <a:gd name="connsiteY29" fmla="*/ 486970 h 2028159"/>
                <a:gd name="connsiteX30" fmla="*/ 951321 w 2261257"/>
                <a:gd name="connsiteY30" fmla="*/ 491789 h 202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61257" h="2028159">
                  <a:moveTo>
                    <a:pt x="1012851" y="0"/>
                  </a:moveTo>
                  <a:lnTo>
                    <a:pt x="1226850" y="0"/>
                  </a:lnTo>
                  <a:lnTo>
                    <a:pt x="1283043" y="449131"/>
                  </a:lnTo>
                  <a:lnTo>
                    <a:pt x="1318239" y="455866"/>
                  </a:lnTo>
                  <a:cubicBezTo>
                    <a:pt x="1405884" y="478416"/>
                    <a:pt x="1480818" y="532637"/>
                    <a:pt x="1530113" y="605602"/>
                  </a:cubicBezTo>
                  <a:lnTo>
                    <a:pt x="1548314" y="639136"/>
                  </a:lnTo>
                  <a:lnTo>
                    <a:pt x="1577154" y="636229"/>
                  </a:lnTo>
                  <a:cubicBezTo>
                    <a:pt x="1728648" y="636229"/>
                    <a:pt x="1858629" y="728337"/>
                    <a:pt x="1914152" y="859606"/>
                  </a:cubicBezTo>
                  <a:lnTo>
                    <a:pt x="1919810" y="877832"/>
                  </a:lnTo>
                  <a:lnTo>
                    <a:pt x="1932155" y="874000"/>
                  </a:lnTo>
                  <a:cubicBezTo>
                    <a:pt x="1948202" y="870716"/>
                    <a:pt x="1964818" y="868991"/>
                    <a:pt x="1981836" y="868991"/>
                  </a:cubicBezTo>
                  <a:cubicBezTo>
                    <a:pt x="2100964" y="868991"/>
                    <a:pt x="2200356" y="953493"/>
                    <a:pt x="2223343" y="1065825"/>
                  </a:cubicBezTo>
                  <a:lnTo>
                    <a:pt x="2225319" y="1085429"/>
                  </a:lnTo>
                  <a:lnTo>
                    <a:pt x="2261257" y="1089052"/>
                  </a:lnTo>
                  <a:lnTo>
                    <a:pt x="2259340" y="1101612"/>
                  </a:lnTo>
                  <a:cubicBezTo>
                    <a:pt x="2151136" y="1630392"/>
                    <a:pt x="1683273" y="2028159"/>
                    <a:pt x="1122505" y="2028159"/>
                  </a:cubicBezTo>
                  <a:cubicBezTo>
                    <a:pt x="601793" y="2028159"/>
                    <a:pt x="161186" y="1685186"/>
                    <a:pt x="14265" y="1212820"/>
                  </a:cubicBezTo>
                  <a:lnTo>
                    <a:pt x="0" y="1157341"/>
                  </a:lnTo>
                  <a:lnTo>
                    <a:pt x="3235" y="1157015"/>
                  </a:lnTo>
                  <a:cubicBezTo>
                    <a:pt x="32136" y="1157015"/>
                    <a:pt x="60353" y="1159944"/>
                    <a:pt x="87605" y="1165520"/>
                  </a:cubicBezTo>
                  <a:lnTo>
                    <a:pt x="113456" y="1173545"/>
                  </a:lnTo>
                  <a:lnTo>
                    <a:pt x="128106" y="1155791"/>
                  </a:lnTo>
                  <a:cubicBezTo>
                    <a:pt x="203864" y="1080032"/>
                    <a:pt x="308523" y="1033175"/>
                    <a:pt x="424127" y="1033175"/>
                  </a:cubicBezTo>
                  <a:lnTo>
                    <a:pt x="435940" y="1034366"/>
                  </a:lnTo>
                  <a:lnTo>
                    <a:pt x="427636" y="1007613"/>
                  </a:lnTo>
                  <a:cubicBezTo>
                    <a:pt x="425335" y="996370"/>
                    <a:pt x="424127" y="984730"/>
                    <a:pt x="424127" y="972807"/>
                  </a:cubicBezTo>
                  <a:cubicBezTo>
                    <a:pt x="424127" y="889349"/>
                    <a:pt x="483326" y="819717"/>
                    <a:pt x="562024" y="803613"/>
                  </a:cubicBezTo>
                  <a:lnTo>
                    <a:pt x="569156" y="802894"/>
                  </a:lnTo>
                  <a:lnTo>
                    <a:pt x="573923" y="755602"/>
                  </a:lnTo>
                  <a:cubicBezTo>
                    <a:pt x="605295" y="602294"/>
                    <a:pt x="740941" y="486970"/>
                    <a:pt x="903523" y="486970"/>
                  </a:cubicBezTo>
                  <a:lnTo>
                    <a:pt x="951321" y="4917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EF498E6-9850-42A0-8643-E6250BB46DE0}"/>
                </a:ext>
              </a:extLst>
            </p:cNvPr>
            <p:cNvSpPr/>
            <p:nvPr userDrawn="1"/>
          </p:nvSpPr>
          <p:spPr>
            <a:xfrm>
              <a:off x="5364088" y="1858246"/>
              <a:ext cx="2320819" cy="2320819"/>
            </a:xfrm>
            <a:prstGeom prst="ellipse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F789A84-B899-484F-ADA6-1B784064DB8A}"/>
                </a:ext>
              </a:extLst>
            </p:cNvPr>
            <p:cNvGrpSpPr/>
            <p:nvPr userDrawn="1"/>
          </p:nvGrpSpPr>
          <p:grpSpPr>
            <a:xfrm>
              <a:off x="6280305" y="1450891"/>
              <a:ext cx="477626" cy="918140"/>
              <a:chOff x="5304862" y="-789923"/>
              <a:chExt cx="645890" cy="1241591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6DDA03B1-B885-4EB8-9AC5-617A33E28AA0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16" name="이등변 삼각형 49">
                  <a:extLst>
                    <a:ext uri="{FF2B5EF4-FFF2-40B4-BE49-F238E27FC236}">
                      <a16:creationId xmlns:a16="http://schemas.microsoft.com/office/drawing/2014/main" id="{50824863-8B90-4264-9AEB-19AE04C9A70D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자유형: 도형 16">
                  <a:extLst>
                    <a:ext uri="{FF2B5EF4-FFF2-40B4-BE49-F238E27FC236}">
                      <a16:creationId xmlns:a16="http://schemas.microsoft.com/office/drawing/2014/main" id="{3B003EFC-13D2-4BB4-8625-D6DD1D26689C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639551A5-A416-4935-A4CA-A8FCF74BAE6A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A0F64586-2454-49D0-905D-B01E2B155554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90010C14-1AD7-40EC-9EFB-091EB548BC40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54B0A336-7C2F-4F98-ABF5-299D91E12C13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2528A48D-D724-4DF8-B31C-D26E111E5960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" name="Rectangle 1"/>
          <p:cNvSpPr/>
          <p:nvPr userDrawn="1"/>
        </p:nvSpPr>
        <p:spPr>
          <a:xfrm>
            <a:off x="3851920" y="1895103"/>
            <a:ext cx="5292080" cy="1368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125084" y="2154560"/>
            <a:ext cx="501891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125084" y="2730624"/>
            <a:ext cx="5018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65" r:id="rId14"/>
    <p:sldLayoutId id="2147483672" r:id="rId15"/>
    <p:sldLayoutId id="2147483656" r:id="rId16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b="1" dirty="0"/>
              <a:t>INSERT THE TITLE 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b="1" dirty="0"/>
              <a:t>OF YOUR PRESENTATION HERE</a:t>
            </a:r>
            <a:endParaRPr lang="en-US" altLang="ko-KR" dirty="0"/>
          </a:p>
        </p:txBody>
      </p:sp>
      <p:sp>
        <p:nvSpPr>
          <p:cNvPr id="5" name="TextBox 4"/>
          <p:cNvSpPr txBox="1"/>
          <p:nvPr/>
        </p:nvSpPr>
        <p:spPr>
          <a:xfrm>
            <a:off x="7552903" y="17643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LogoType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-18256" y="4825165"/>
            <a:ext cx="91805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cs typeface="Arial" pitchFamily="34" charset="0"/>
                <a:hlinkClick r:id="rId2"/>
              </a:rPr>
              <a:t>http://www.free-powerpint-templates-design.com</a:t>
            </a:r>
            <a:endParaRPr lang="ko-KR" altLang="en-US" sz="8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C58B3FD-0EA9-476F-9172-21A7A9CCED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61913"/>
            <a:ext cx="9144000" cy="576262"/>
          </a:xfrm>
          <a:prstGeom prst="rect">
            <a:avLst/>
          </a:prstGeom>
        </p:spPr>
        <p:txBody>
          <a:bodyPr/>
          <a:lstStyle/>
          <a:p>
            <a:r>
              <a:rPr lang="en-US" altLang="ko-KR" sz="32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Segurança</a:t>
            </a:r>
            <a:r>
              <a:rPr lang="en-US" altLang="ko-K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no </a:t>
            </a:r>
            <a:r>
              <a:rPr lang="en-US" altLang="ko-KR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Brasil</a:t>
            </a:r>
            <a:endParaRPr lang="ko-KR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687A6A37-38FF-4E88-B491-32289B8D6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6907">
            <a:off x="2666797" y="1602508"/>
            <a:ext cx="3828186" cy="1148456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72C12F8D-5438-4C71-A1A5-C67E671DD8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574" y="792310"/>
            <a:ext cx="886399" cy="2768854"/>
          </a:xfrm>
          <a:prstGeom prst="rect">
            <a:avLst/>
          </a:prstGeom>
        </p:spPr>
      </p:pic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9FCDA064-AD02-4E83-A984-2C5240B51EC3}"/>
              </a:ext>
            </a:extLst>
          </p:cNvPr>
          <p:cNvSpPr txBox="1">
            <a:spLocks/>
          </p:cNvSpPr>
          <p:nvPr/>
        </p:nvSpPr>
        <p:spPr>
          <a:xfrm>
            <a:off x="-108520" y="3758345"/>
            <a:ext cx="9144000" cy="96912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6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Sensação</a:t>
            </a:r>
            <a:r>
              <a:rPr lang="en-US" altLang="ko-KR" sz="3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 </a:t>
            </a:r>
            <a:r>
              <a:rPr lang="en-US" altLang="ko-KR" sz="32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perigo</a:t>
            </a:r>
            <a:endParaRPr lang="en-US" altLang="ko-KR" sz="32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ko-KR" sz="3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ko-KR" sz="32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ao</a:t>
            </a:r>
            <a:r>
              <a:rPr lang="en-US" altLang="ko-KR" sz="3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ko-KR" sz="32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andar</a:t>
            </a:r>
            <a:r>
              <a:rPr lang="en-US" altLang="ko-KR" sz="3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ko-KR" sz="32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</a:t>
            </a:r>
            <a:r>
              <a:rPr lang="en-US" altLang="ko-KR" sz="3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ko-KR" sz="32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rua</a:t>
            </a:r>
            <a:r>
              <a:rPr lang="en-US" altLang="ko-KR" sz="3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…</a:t>
            </a:r>
            <a:endParaRPr lang="ko-KR" altLang="en-US" sz="32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EABDBBE0-5F55-4992-9B27-69063F2DB4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439" y="1824079"/>
            <a:ext cx="4127424" cy="953747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C8B49807-EE28-4C2E-8BDB-B8252094B6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4699">
            <a:off x="2181030" y="1221930"/>
            <a:ext cx="4163488" cy="1619664"/>
          </a:xfrm>
          <a:prstGeom prst="rect">
            <a:avLst/>
          </a:prstGeom>
        </p:spPr>
      </p:pic>
      <p:sp>
        <p:nvSpPr>
          <p:cNvPr id="42" name="Freeform 32">
            <a:extLst>
              <a:ext uri="{FF2B5EF4-FFF2-40B4-BE49-F238E27FC236}">
                <a16:creationId xmlns:a16="http://schemas.microsoft.com/office/drawing/2014/main" id="{4004B527-F011-4A73-BD41-799864231E46}"/>
              </a:ext>
            </a:extLst>
          </p:cNvPr>
          <p:cNvSpPr/>
          <p:nvPr/>
        </p:nvSpPr>
        <p:spPr>
          <a:xfrm rot="10800000">
            <a:off x="7524328" y="3825742"/>
            <a:ext cx="864096" cy="834331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3828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792027" y="302511"/>
            <a:ext cx="9144000" cy="2873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dirty="0" err="1"/>
              <a:t>Através</a:t>
            </a:r>
            <a:r>
              <a:rPr lang="en-US" altLang="ko-KR" dirty="0"/>
              <a:t> de </a:t>
            </a:r>
            <a:r>
              <a:rPr lang="en-US" altLang="ko-KR" dirty="0" err="1"/>
              <a:t>uma</a:t>
            </a:r>
            <a:r>
              <a:rPr lang="en-US" altLang="ko-KR" dirty="0"/>
              <a:t> </a:t>
            </a:r>
          </a:p>
          <a:p>
            <a:pPr marL="0" lvl="0" indent="0">
              <a:buNone/>
            </a:pPr>
            <a:r>
              <a:rPr lang="en-US" altLang="ko-KR" dirty="0" err="1"/>
              <a:t>Análise</a:t>
            </a:r>
            <a:r>
              <a:rPr lang="en-US" altLang="ko-KR" dirty="0"/>
              <a:t> de Dados…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3854258" y="1770622"/>
            <a:ext cx="3332582" cy="2999495"/>
            <a:chOff x="3203848" y="1779662"/>
            <a:chExt cx="3332582" cy="299949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6" name="Rectangle 85"/>
            <p:cNvSpPr/>
            <p:nvPr/>
          </p:nvSpPr>
          <p:spPr>
            <a:xfrm>
              <a:off x="3203848" y="1779662"/>
              <a:ext cx="108000" cy="27733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7" name="Block Arc 86"/>
            <p:cNvSpPr/>
            <p:nvPr/>
          </p:nvSpPr>
          <p:spPr>
            <a:xfrm>
              <a:off x="3203848" y="4326895"/>
              <a:ext cx="452262" cy="452262"/>
            </a:xfrm>
            <a:prstGeom prst="blockArc">
              <a:avLst>
                <a:gd name="adj1" fmla="val 5431834"/>
                <a:gd name="adj2" fmla="val 10817112"/>
                <a:gd name="adj3" fmla="val 2428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3425216" y="4671157"/>
              <a:ext cx="2916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9" name="Block Arc 88"/>
            <p:cNvSpPr/>
            <p:nvPr/>
          </p:nvSpPr>
          <p:spPr>
            <a:xfrm rot="16200000">
              <a:off x="6084168" y="4326895"/>
              <a:ext cx="452262" cy="452262"/>
            </a:xfrm>
            <a:prstGeom prst="blockArc">
              <a:avLst>
                <a:gd name="adj1" fmla="val 5431834"/>
                <a:gd name="adj2" fmla="val 10817112"/>
                <a:gd name="adj3" fmla="val 2428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428430" y="3989950"/>
              <a:ext cx="108000" cy="57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91" name="Rectangle 90"/>
          <p:cNvSpPr/>
          <p:nvPr/>
        </p:nvSpPr>
        <p:spPr>
          <a:xfrm>
            <a:off x="685906" y="1635646"/>
            <a:ext cx="3736032" cy="9020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2" name="Rectangle 91"/>
          <p:cNvSpPr/>
          <p:nvPr/>
        </p:nvSpPr>
        <p:spPr>
          <a:xfrm>
            <a:off x="792027" y="1744673"/>
            <a:ext cx="540000" cy="684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93" name="Group 92"/>
          <p:cNvGrpSpPr/>
          <p:nvPr/>
        </p:nvGrpSpPr>
        <p:grpSpPr>
          <a:xfrm>
            <a:off x="1427930" y="1747327"/>
            <a:ext cx="3020077" cy="678692"/>
            <a:chOff x="803639" y="3362835"/>
            <a:chExt cx="2160894" cy="678692"/>
          </a:xfrm>
        </p:grpSpPr>
        <p:sp>
          <p:nvSpPr>
            <p:cNvPr id="94" name="TextBox 93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Policiamento, Iluminação e Depreciação de patrimônio.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03639" y="3362835"/>
              <a:ext cx="21608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CRUZAMENTO DE BASES PUBLICAS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829373" y="1886618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01</a:t>
            </a:r>
            <a:endParaRPr lang="ko-KR" alt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694290" y="2619288"/>
            <a:ext cx="3736032" cy="9020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8" name="Rectangle 97"/>
          <p:cNvSpPr/>
          <p:nvPr/>
        </p:nvSpPr>
        <p:spPr>
          <a:xfrm>
            <a:off x="800411" y="2728315"/>
            <a:ext cx="544693" cy="684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99" name="Group 98"/>
          <p:cNvGrpSpPr/>
          <p:nvPr/>
        </p:nvGrpSpPr>
        <p:grpSpPr>
          <a:xfrm>
            <a:off x="1436316" y="2730969"/>
            <a:ext cx="2878588" cy="494026"/>
            <a:chOff x="803640" y="3362835"/>
            <a:chExt cx="2059657" cy="494026"/>
          </a:xfrm>
        </p:grpSpPr>
        <p:sp>
          <p:nvSpPr>
            <p:cNvPr id="100" name="TextBox 99"/>
            <p:cNvSpPr txBox="1"/>
            <p:nvPr/>
          </p:nvSpPr>
          <p:spPr>
            <a:xfrm>
              <a:off x="803640" y="3579862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Feedback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alimentando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o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modelo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APOIO COLABORATIVO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837757" y="2870260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02</a:t>
            </a:r>
            <a:endParaRPr lang="ko-KR" alt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702674" y="3613912"/>
            <a:ext cx="3727648" cy="9020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4" name="Rectangle 103"/>
          <p:cNvSpPr/>
          <p:nvPr/>
        </p:nvSpPr>
        <p:spPr>
          <a:xfrm>
            <a:off x="808795" y="3722939"/>
            <a:ext cx="544693" cy="684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05" name="Group 104"/>
          <p:cNvGrpSpPr/>
          <p:nvPr/>
        </p:nvGrpSpPr>
        <p:grpSpPr>
          <a:xfrm>
            <a:off x="1444700" y="3725593"/>
            <a:ext cx="2878588" cy="494026"/>
            <a:chOff x="803640" y="3362835"/>
            <a:chExt cx="2059657" cy="494026"/>
          </a:xfrm>
        </p:grpSpPr>
        <p:sp>
          <p:nvSpPr>
            <p:cNvPr id="106" name="TextBox 105"/>
            <p:cNvSpPr txBox="1"/>
            <p:nvPr/>
          </p:nvSpPr>
          <p:spPr>
            <a:xfrm>
              <a:off x="803640" y="3579862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Análise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dos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Boletins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B.O DAS RUAS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08" name="TextBox 107"/>
          <p:cNvSpPr txBox="1"/>
          <p:nvPr/>
        </p:nvSpPr>
        <p:spPr>
          <a:xfrm>
            <a:off x="846141" y="3864884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03</a:t>
            </a:r>
            <a:endParaRPr lang="ko-KR" alt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5767918" y="1056963"/>
            <a:ext cx="2758049" cy="2928608"/>
            <a:chOff x="4848046" y="3681671"/>
            <a:chExt cx="2758049" cy="2928608"/>
          </a:xfrm>
        </p:grpSpPr>
        <p:sp>
          <p:nvSpPr>
            <p:cNvPr id="110" name="Teardrop 30"/>
            <p:cNvSpPr/>
            <p:nvPr/>
          </p:nvSpPr>
          <p:spPr>
            <a:xfrm rot="8100000">
              <a:off x="5417737" y="4225696"/>
              <a:ext cx="1602534" cy="1602536"/>
            </a:xfrm>
            <a:custGeom>
              <a:avLst/>
              <a:gdLst>
                <a:gd name="connsiteX0" fmla="*/ 293361 w 2192670"/>
                <a:gd name="connsiteY0" fmla="*/ 1899310 h 2192671"/>
                <a:gd name="connsiteX1" fmla="*/ 0 w 2192670"/>
                <a:gd name="connsiteY1" fmla="*/ 1191074 h 2192671"/>
                <a:gd name="connsiteX2" fmla="*/ 1001597 w 2192670"/>
                <a:gd name="connsiteY2" fmla="*/ 189477 h 2192671"/>
                <a:gd name="connsiteX3" fmla="*/ 1341342 w 2192670"/>
                <a:gd name="connsiteY3" fmla="*/ 189477 h 2192671"/>
                <a:gd name="connsiteX4" fmla="*/ 1530818 w 2192670"/>
                <a:gd name="connsiteY4" fmla="*/ 0 h 2192671"/>
                <a:gd name="connsiteX5" fmla="*/ 1806586 w 2192670"/>
                <a:gd name="connsiteY5" fmla="*/ 0 h 2192671"/>
                <a:gd name="connsiteX6" fmla="*/ 1996062 w 2192670"/>
                <a:gd name="connsiteY6" fmla="*/ 189477 h 2192671"/>
                <a:gd name="connsiteX7" fmla="*/ 2003194 w 2192670"/>
                <a:gd name="connsiteY7" fmla="*/ 189477 h 2192671"/>
                <a:gd name="connsiteX8" fmla="*/ 2003194 w 2192670"/>
                <a:gd name="connsiteY8" fmla="*/ 196609 h 2192671"/>
                <a:gd name="connsiteX9" fmla="*/ 2192670 w 2192670"/>
                <a:gd name="connsiteY9" fmla="*/ 386085 h 2192671"/>
                <a:gd name="connsiteX10" fmla="*/ 2192670 w 2192670"/>
                <a:gd name="connsiteY10" fmla="*/ 661852 h 2192671"/>
                <a:gd name="connsiteX11" fmla="*/ 2003193 w 2192670"/>
                <a:gd name="connsiteY11" fmla="*/ 851329 h 2192671"/>
                <a:gd name="connsiteX12" fmla="*/ 2003194 w 2192670"/>
                <a:gd name="connsiteY12" fmla="*/ 1191074 h 2192671"/>
                <a:gd name="connsiteX13" fmla="*/ 1001597 w 2192670"/>
                <a:gd name="connsiteY13" fmla="*/ 2192671 h 2192671"/>
                <a:gd name="connsiteX14" fmla="*/ 293361 w 2192670"/>
                <a:gd name="connsiteY14" fmla="*/ 1899310 h 2192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92670" h="2192671">
                  <a:moveTo>
                    <a:pt x="293361" y="1899310"/>
                  </a:moveTo>
                  <a:cubicBezTo>
                    <a:pt x="112107" y="1718057"/>
                    <a:pt x="0" y="1467657"/>
                    <a:pt x="0" y="1191074"/>
                  </a:cubicBezTo>
                  <a:cubicBezTo>
                    <a:pt x="0" y="637907"/>
                    <a:pt x="448430" y="189477"/>
                    <a:pt x="1001597" y="189477"/>
                  </a:cubicBezTo>
                  <a:lnTo>
                    <a:pt x="1341342" y="189477"/>
                  </a:lnTo>
                  <a:lnTo>
                    <a:pt x="1530818" y="0"/>
                  </a:lnTo>
                  <a:cubicBezTo>
                    <a:pt x="1606970" y="-76151"/>
                    <a:pt x="1730435" y="-76151"/>
                    <a:pt x="1806586" y="0"/>
                  </a:cubicBezTo>
                  <a:lnTo>
                    <a:pt x="1996062" y="189477"/>
                  </a:lnTo>
                  <a:lnTo>
                    <a:pt x="2003194" y="189477"/>
                  </a:lnTo>
                  <a:lnTo>
                    <a:pt x="2003194" y="196609"/>
                  </a:lnTo>
                  <a:lnTo>
                    <a:pt x="2192670" y="386085"/>
                  </a:lnTo>
                  <a:cubicBezTo>
                    <a:pt x="2268822" y="462236"/>
                    <a:pt x="2268822" y="585701"/>
                    <a:pt x="2192670" y="661852"/>
                  </a:cubicBezTo>
                  <a:lnTo>
                    <a:pt x="2003193" y="851329"/>
                  </a:lnTo>
                  <a:cubicBezTo>
                    <a:pt x="2003193" y="964577"/>
                    <a:pt x="2003194" y="1077826"/>
                    <a:pt x="2003194" y="1191074"/>
                  </a:cubicBezTo>
                  <a:cubicBezTo>
                    <a:pt x="2003194" y="1744241"/>
                    <a:pt x="1554764" y="2192671"/>
                    <a:pt x="1001597" y="2192671"/>
                  </a:cubicBezTo>
                  <a:cubicBezTo>
                    <a:pt x="725014" y="2192671"/>
                    <a:pt x="474614" y="2080563"/>
                    <a:pt x="293361" y="1899310"/>
                  </a:cubicBezTo>
                  <a:close/>
                </a:path>
              </a:pathLst>
            </a:custGeom>
            <a:solidFill>
              <a:schemeClr val="bg1"/>
            </a:solidFill>
            <a:ln w="698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Rounded Rectangle 110"/>
            <p:cNvSpPr/>
            <p:nvPr/>
          </p:nvSpPr>
          <p:spPr>
            <a:xfrm>
              <a:off x="5903273" y="6071006"/>
              <a:ext cx="631463" cy="13155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5929584" y="6274865"/>
              <a:ext cx="578841" cy="13155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Rounded Rectangle 112"/>
            <p:cNvSpPr/>
            <p:nvPr/>
          </p:nvSpPr>
          <p:spPr>
            <a:xfrm>
              <a:off x="5982205" y="6478724"/>
              <a:ext cx="473597" cy="13155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Rounded Rectangle 113"/>
            <p:cNvSpPr/>
            <p:nvPr/>
          </p:nvSpPr>
          <p:spPr>
            <a:xfrm rot="2700000">
              <a:off x="7086448" y="4038815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Rounded Rectangle 114"/>
            <p:cNvSpPr/>
            <p:nvPr/>
          </p:nvSpPr>
          <p:spPr>
            <a:xfrm rot="18900000" flipH="1">
              <a:off x="5218102" y="4038815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6155070" y="3681671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7" name="Rounded Rectangle 116"/>
            <p:cNvSpPr/>
            <p:nvPr/>
          </p:nvSpPr>
          <p:spPr>
            <a:xfrm rot="5400000">
              <a:off x="7354095" y="4745637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Rounded Rectangle 117"/>
            <p:cNvSpPr/>
            <p:nvPr/>
          </p:nvSpPr>
          <p:spPr>
            <a:xfrm rot="16200000" flipH="1">
              <a:off x="4956046" y="4745638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TextBox 94">
            <a:extLst>
              <a:ext uri="{FF2B5EF4-FFF2-40B4-BE49-F238E27FC236}">
                <a16:creationId xmlns:a16="http://schemas.microsoft.com/office/drawing/2014/main" id="{DFBC344B-8407-4184-9E94-161AB293E1CB}"/>
              </a:ext>
            </a:extLst>
          </p:cNvPr>
          <p:cNvSpPr txBox="1"/>
          <p:nvPr/>
        </p:nvSpPr>
        <p:spPr>
          <a:xfrm>
            <a:off x="4947362" y="4225423"/>
            <a:ext cx="2116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NÓS TIVEMOS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6" name="TextBox 94">
            <a:extLst>
              <a:ext uri="{FF2B5EF4-FFF2-40B4-BE49-F238E27FC236}">
                <a16:creationId xmlns:a16="http://schemas.microsoft.com/office/drawing/2014/main" id="{ACC268EF-616C-4A3A-B56F-60E0EDF39ACC}"/>
              </a:ext>
            </a:extLst>
          </p:cNvPr>
          <p:cNvSpPr txBox="1"/>
          <p:nvPr/>
        </p:nvSpPr>
        <p:spPr>
          <a:xfrm>
            <a:off x="6031783" y="346226"/>
            <a:ext cx="2116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“A IDEIA”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1108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m 49">
            <a:extLst>
              <a:ext uri="{FF2B5EF4-FFF2-40B4-BE49-F238E27FC236}">
                <a16:creationId xmlns:a16="http://schemas.microsoft.com/office/drawing/2014/main" id="{43DC17B9-A4E2-4EB3-877C-35E32A045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799" y="701757"/>
            <a:ext cx="2236402" cy="4441743"/>
          </a:xfrm>
          <a:prstGeom prst="rect">
            <a:avLst/>
          </a:prstGeom>
        </p:spPr>
      </p:pic>
      <p:sp>
        <p:nvSpPr>
          <p:cNvPr id="55" name="TextBox 94">
            <a:extLst>
              <a:ext uri="{FF2B5EF4-FFF2-40B4-BE49-F238E27FC236}">
                <a16:creationId xmlns:a16="http://schemas.microsoft.com/office/drawing/2014/main" id="{BAC19392-3A68-4980-A011-C8A120961987}"/>
              </a:ext>
            </a:extLst>
          </p:cNvPr>
          <p:cNvSpPr txBox="1"/>
          <p:nvPr/>
        </p:nvSpPr>
        <p:spPr>
          <a:xfrm>
            <a:off x="0" y="21891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err="1">
                <a:solidFill>
                  <a:schemeClr val="bg1"/>
                </a:solidFill>
                <a:cs typeface="Arial" pitchFamily="34" charset="0"/>
              </a:rPr>
              <a:t>Gerar</a:t>
            </a:r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bg1"/>
                </a:solidFill>
                <a:cs typeface="Arial" pitchFamily="34" charset="0"/>
              </a:rPr>
              <a:t>Caminhos</a:t>
            </a:r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bg1"/>
                </a:solidFill>
                <a:cs typeface="Arial" pitchFamily="34" charset="0"/>
              </a:rPr>
              <a:t>Seguros</a:t>
            </a:r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bg1"/>
                </a:solidFill>
                <a:cs typeface="Arial" pitchFamily="34" charset="0"/>
              </a:rPr>
              <a:t>Usando</a:t>
            </a:r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 Dados</a:t>
            </a:r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57" name="Imagem 56">
            <a:extLst>
              <a:ext uri="{FF2B5EF4-FFF2-40B4-BE49-F238E27FC236}">
                <a16:creationId xmlns:a16="http://schemas.microsoft.com/office/drawing/2014/main" id="{A5FCD872-6C47-4CD9-8D3C-7E9401656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987574"/>
            <a:ext cx="1856648" cy="3655960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484C7764-5F15-4708-960D-E62D140BAD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852" y="954270"/>
            <a:ext cx="1845131" cy="366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130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lock Arc 14"/>
          <p:cNvSpPr/>
          <p:nvPr/>
        </p:nvSpPr>
        <p:spPr>
          <a:xfrm>
            <a:off x="23757" y="1982777"/>
            <a:ext cx="1217198" cy="1217254"/>
          </a:xfrm>
          <a:custGeom>
            <a:avLst/>
            <a:gdLst/>
            <a:ahLst/>
            <a:cxnLst/>
            <a:rect l="l" t="t" r="r" b="b"/>
            <a:pathLst>
              <a:path w="1217198" h="1217254">
                <a:moveTo>
                  <a:pt x="1172073" y="616019"/>
                </a:moveTo>
                <a:lnTo>
                  <a:pt x="1217198" y="616610"/>
                </a:lnTo>
                <a:cubicBezTo>
                  <a:pt x="1216181" y="694136"/>
                  <a:pt x="1200702" y="768120"/>
                  <a:pt x="1172073" y="835497"/>
                </a:cubicBezTo>
                <a:close/>
                <a:moveTo>
                  <a:pt x="592301" y="223"/>
                </a:moveTo>
                <a:cubicBezTo>
                  <a:pt x="925156" y="-8708"/>
                  <a:pt x="1203399" y="251500"/>
                  <a:pt x="1216760" y="584207"/>
                </a:cubicBezTo>
                <a:lnTo>
                  <a:pt x="1025903" y="591872"/>
                </a:lnTo>
                <a:cubicBezTo>
                  <a:pt x="1016735" y="363582"/>
                  <a:pt x="825816" y="185038"/>
                  <a:pt x="597424" y="191166"/>
                </a:cubicBezTo>
                <a:cubicBezTo>
                  <a:pt x="369033" y="197294"/>
                  <a:pt x="187962" y="385820"/>
                  <a:pt x="191049" y="614273"/>
                </a:cubicBezTo>
                <a:cubicBezTo>
                  <a:pt x="194136" y="842726"/>
                  <a:pt x="380235" y="1026290"/>
                  <a:pt x="608708" y="1026244"/>
                </a:cubicBezTo>
                <a:cubicBezTo>
                  <a:pt x="773320" y="1026211"/>
                  <a:pt x="915896" y="930876"/>
                  <a:pt x="982606" y="791527"/>
                </a:cubicBezTo>
                <a:lnTo>
                  <a:pt x="982606" y="1085471"/>
                </a:lnTo>
                <a:cubicBezTo>
                  <a:pt x="880769" y="1168806"/>
                  <a:pt x="750352" y="1217226"/>
                  <a:pt x="608747" y="1217254"/>
                </a:cubicBezTo>
                <a:cubicBezTo>
                  <a:pt x="275773" y="1217320"/>
                  <a:pt x="4555" y="949797"/>
                  <a:pt x="56" y="616853"/>
                </a:cubicBezTo>
                <a:cubicBezTo>
                  <a:pt x="-4443" y="283909"/>
                  <a:pt x="259446" y="9154"/>
                  <a:pt x="592301" y="2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86386" y="0"/>
            <a:ext cx="473839" cy="2728043"/>
          </a:xfrm>
          <a:custGeom>
            <a:avLst/>
            <a:gdLst>
              <a:gd name="connsiteX0" fmla="*/ 0 w 189467"/>
              <a:gd name="connsiteY0" fmla="*/ 0 h 1080346"/>
              <a:gd name="connsiteX1" fmla="*/ 189467 w 189467"/>
              <a:gd name="connsiteY1" fmla="*/ 0 h 1080346"/>
              <a:gd name="connsiteX2" fmla="*/ 189467 w 189467"/>
              <a:gd name="connsiteY2" fmla="*/ 1080346 h 1080346"/>
              <a:gd name="connsiteX3" fmla="*/ 187528 w 189467"/>
              <a:gd name="connsiteY3" fmla="*/ 1040153 h 1080346"/>
              <a:gd name="connsiteX4" fmla="*/ 0 w 189467"/>
              <a:gd name="connsiteY4" fmla="*/ 674512 h 1080346"/>
              <a:gd name="connsiteX5" fmla="*/ 0 w 189467"/>
              <a:gd name="connsiteY5" fmla="*/ 0 h 1080346"/>
              <a:gd name="connsiteX0" fmla="*/ 0 w 189467"/>
              <a:gd name="connsiteY0" fmla="*/ 0 h 1040153"/>
              <a:gd name="connsiteX1" fmla="*/ 189467 w 189467"/>
              <a:gd name="connsiteY1" fmla="*/ 0 h 1040153"/>
              <a:gd name="connsiteX2" fmla="*/ 187528 w 189467"/>
              <a:gd name="connsiteY2" fmla="*/ 1040153 h 1040153"/>
              <a:gd name="connsiteX3" fmla="*/ 0 w 189467"/>
              <a:gd name="connsiteY3" fmla="*/ 674512 h 1040153"/>
              <a:gd name="connsiteX4" fmla="*/ 0 w 189467"/>
              <a:gd name="connsiteY4" fmla="*/ 0 h 104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467" h="1040153">
                <a:moveTo>
                  <a:pt x="0" y="0"/>
                </a:moveTo>
                <a:lnTo>
                  <a:pt x="189467" y="0"/>
                </a:lnTo>
                <a:cubicBezTo>
                  <a:pt x="188821" y="346718"/>
                  <a:pt x="188174" y="693435"/>
                  <a:pt x="187528" y="1040153"/>
                </a:cubicBezTo>
                <a:cubicBezTo>
                  <a:pt x="179329" y="879836"/>
                  <a:pt x="108663" y="777233"/>
                  <a:pt x="0" y="67451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itle 2"/>
          <p:cNvSpPr txBox="1">
            <a:spLocks/>
          </p:cNvSpPr>
          <p:nvPr/>
        </p:nvSpPr>
        <p:spPr>
          <a:xfrm>
            <a:off x="601916" y="239141"/>
            <a:ext cx="9144000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 err="1"/>
              <a:t>Construção</a:t>
            </a:r>
            <a:r>
              <a:rPr lang="en-US" altLang="ko-KR" sz="3600" dirty="0"/>
              <a:t> da </a:t>
            </a:r>
            <a:r>
              <a:rPr lang="en-US" altLang="ko-KR" sz="3600" dirty="0" err="1"/>
              <a:t>Solução</a:t>
            </a:r>
            <a:endParaRPr lang="ko-KR" alt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3023394" y="1747624"/>
            <a:ext cx="5287123" cy="401521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473301" y="1767391"/>
            <a:ext cx="5783285" cy="322659"/>
            <a:chOff x="1432646" y="1858052"/>
            <a:chExt cx="5783285" cy="471481"/>
          </a:xfrm>
        </p:grpSpPr>
        <p:sp>
          <p:nvSpPr>
            <p:cNvPr id="10" name="TextBox 10"/>
            <p:cNvSpPr txBox="1"/>
            <p:nvPr/>
          </p:nvSpPr>
          <p:spPr bwMode="auto">
            <a:xfrm>
              <a:off x="1432646" y="1858052"/>
              <a:ext cx="3096935" cy="471481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14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Análise</a:t>
              </a: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4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Exploratória</a:t>
              </a:r>
              <a:endParaRPr lang="en-US" altLang="ko-KR" sz="1400" b="1" dirty="0">
                <a:solidFill>
                  <a:srgbClr val="00B050"/>
                </a:solidFill>
                <a:cs typeface="Arial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 bwMode="auto">
            <a:xfrm>
              <a:off x="2175371" y="2032239"/>
              <a:ext cx="5040560" cy="290393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2" name="Chevron 11"/>
          <p:cNvSpPr/>
          <p:nvPr/>
        </p:nvSpPr>
        <p:spPr>
          <a:xfrm rot="16200000">
            <a:off x="2048847" y="1508691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1268" y="1599995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43608" y="2517848"/>
            <a:ext cx="216617" cy="2790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044938" y="3534990"/>
            <a:ext cx="5244037" cy="385554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2744688" y="3560160"/>
            <a:ext cx="3343678" cy="381311"/>
            <a:chOff x="2175371" y="1941321"/>
            <a:chExt cx="5557369" cy="381311"/>
          </a:xfrm>
        </p:grpSpPr>
        <p:sp>
          <p:nvSpPr>
            <p:cNvPr id="33" name="TextBox 10"/>
            <p:cNvSpPr txBox="1"/>
            <p:nvPr/>
          </p:nvSpPr>
          <p:spPr bwMode="auto">
            <a:xfrm>
              <a:off x="2692180" y="1941321"/>
              <a:ext cx="5040560" cy="322659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Modelo</a:t>
              </a: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4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Descritivo</a:t>
              </a:r>
              <a:endPara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 bwMode="auto">
            <a:xfrm>
              <a:off x="2175371" y="2032239"/>
              <a:ext cx="5040560" cy="290393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1" name="Chevron 30"/>
          <p:cNvSpPr/>
          <p:nvPr/>
        </p:nvSpPr>
        <p:spPr>
          <a:xfrm rot="16200000">
            <a:off x="2036669" y="2451183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79090" y="2542487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49" name="Group 29">
            <a:extLst>
              <a:ext uri="{FF2B5EF4-FFF2-40B4-BE49-F238E27FC236}">
                <a16:creationId xmlns:a16="http://schemas.microsoft.com/office/drawing/2014/main" id="{5F72F049-83F0-4050-A9D8-5DB2E6F73876}"/>
              </a:ext>
            </a:extLst>
          </p:cNvPr>
          <p:cNvGrpSpPr/>
          <p:nvPr/>
        </p:nvGrpSpPr>
        <p:grpSpPr>
          <a:xfrm>
            <a:off x="3055634" y="2685896"/>
            <a:ext cx="3094982" cy="675080"/>
            <a:chOff x="1675735" y="1647552"/>
            <a:chExt cx="5540196" cy="675080"/>
          </a:xfrm>
        </p:grpSpPr>
        <p:sp>
          <p:nvSpPr>
            <p:cNvPr id="50" name="TextBox 10">
              <a:extLst>
                <a:ext uri="{FF2B5EF4-FFF2-40B4-BE49-F238E27FC236}">
                  <a16:creationId xmlns:a16="http://schemas.microsoft.com/office/drawing/2014/main" id="{59194CB9-2864-4FF0-A242-9B7739A4C688}"/>
                </a:ext>
              </a:extLst>
            </p:cNvPr>
            <p:cNvSpPr txBox="1"/>
            <p:nvPr/>
          </p:nvSpPr>
          <p:spPr bwMode="auto">
            <a:xfrm>
              <a:off x="1675735" y="1647552"/>
              <a:ext cx="5040560" cy="322659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Modelo</a:t>
              </a: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Machine Learning</a:t>
              </a:r>
            </a:p>
          </p:txBody>
        </p:sp>
        <p:sp>
          <p:nvSpPr>
            <p:cNvPr id="51" name="TextBox 33">
              <a:extLst>
                <a:ext uri="{FF2B5EF4-FFF2-40B4-BE49-F238E27FC236}">
                  <a16:creationId xmlns:a16="http://schemas.microsoft.com/office/drawing/2014/main" id="{8BE0F887-4046-4994-9F77-3188604CF835}"/>
                </a:ext>
              </a:extLst>
            </p:cNvPr>
            <p:cNvSpPr txBox="1"/>
            <p:nvPr/>
          </p:nvSpPr>
          <p:spPr bwMode="auto">
            <a:xfrm>
              <a:off x="2175371" y="2032239"/>
              <a:ext cx="5040560" cy="290393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4" name="Chevron 44">
            <a:extLst>
              <a:ext uri="{FF2B5EF4-FFF2-40B4-BE49-F238E27FC236}">
                <a16:creationId xmlns:a16="http://schemas.microsoft.com/office/drawing/2014/main" id="{A940C462-0BA7-474D-A7F9-5053851C336E}"/>
              </a:ext>
            </a:extLst>
          </p:cNvPr>
          <p:cNvSpPr/>
          <p:nvPr/>
        </p:nvSpPr>
        <p:spPr>
          <a:xfrm rot="16200000">
            <a:off x="2048124" y="3331724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Box 45">
            <a:extLst>
              <a:ext uri="{FF2B5EF4-FFF2-40B4-BE49-F238E27FC236}">
                <a16:creationId xmlns:a16="http://schemas.microsoft.com/office/drawing/2014/main" id="{98529A3C-C479-45D3-A988-D8BB25C8707A}"/>
              </a:ext>
            </a:extLst>
          </p:cNvPr>
          <p:cNvSpPr txBox="1"/>
          <p:nvPr/>
        </p:nvSpPr>
        <p:spPr>
          <a:xfrm>
            <a:off x="2190545" y="3423028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6" name="Rectangle 28">
            <a:extLst>
              <a:ext uri="{FF2B5EF4-FFF2-40B4-BE49-F238E27FC236}">
                <a16:creationId xmlns:a16="http://schemas.microsoft.com/office/drawing/2014/main" id="{1C9CB73A-0CF1-4AB2-92A6-7C5C5D55B002}"/>
              </a:ext>
            </a:extLst>
          </p:cNvPr>
          <p:cNvSpPr/>
          <p:nvPr/>
        </p:nvSpPr>
        <p:spPr>
          <a:xfrm>
            <a:off x="3055634" y="2634866"/>
            <a:ext cx="5244037" cy="485843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8" y="3651870"/>
            <a:ext cx="9144000" cy="576063"/>
          </a:xfrm>
        </p:spPr>
        <p:txBody>
          <a:bodyPr/>
          <a:lstStyle/>
          <a:p>
            <a:r>
              <a:rPr lang="pt-BR" altLang="ko-KR" b="0" dirty="0"/>
              <a:t>Esteja sempre um </a:t>
            </a:r>
          </a:p>
          <a:p>
            <a:r>
              <a:rPr lang="pt-BR" altLang="ko-KR" dirty="0"/>
              <a:t>Passo </a:t>
            </a:r>
            <a:r>
              <a:rPr lang="pt-BR" altLang="ko-KR" b="0" dirty="0"/>
              <a:t>á frente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ver and End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Default Font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2484</TotalTime>
  <Words>97</Words>
  <Application>Microsoft Office PowerPoint</Application>
  <PresentationFormat>Apresentação na tela (16:9)</PresentationFormat>
  <Paragraphs>32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Cover and End Slide Master</vt:lpstr>
      <vt:lpstr>Contents Slide Master</vt:lpstr>
      <vt:lpstr>Section Break Slide Master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julio henrique dos santos</cp:lastModifiedBy>
  <cp:revision>126</cp:revision>
  <dcterms:created xsi:type="dcterms:W3CDTF">2016-12-05T23:26:54Z</dcterms:created>
  <dcterms:modified xsi:type="dcterms:W3CDTF">2018-12-09T14:00:45Z</dcterms:modified>
</cp:coreProperties>
</file>